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Medium" panose="02000000000000000000" pitchFamily="2" charset="0"/>
      <p:regular r:id="rId12"/>
      <p:bold r:id="rId13"/>
      <p:italic r:id="rId14"/>
      <p:boldItalic r:id="rId15"/>
    </p:embeddedFont>
    <p:embeddedFont>
      <p:font typeface="Roboto Mono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368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ableStyles" Target="tableStyle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715b7dc758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g3715b7dc75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purple">
  <p:cSld name="Callout_purple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521492" y="3296842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_purple">
  <p:cSld name="Agenda_purp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269456" y="418853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3600"/>
              <a:buNone/>
              <a:defRPr sz="3600" b="1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2"/>
          </p:nvPr>
        </p:nvSpPr>
        <p:spPr>
          <a:xfrm>
            <a:off x="3950494" y="418853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3"/>
          </p:nvPr>
        </p:nvSpPr>
        <p:spPr>
          <a:xfrm rot="10800000" flipH="1">
            <a:off x="3269456" y="1057777"/>
            <a:ext cx="5352900" cy="20400"/>
          </a:xfrm>
          <a:prstGeom prst="rect">
            <a:avLst/>
          </a:prstGeom>
          <a:solidFill>
            <a:srgbClr val="77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100"/>
              <a:buNone/>
              <a:defRPr sz="100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260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4"/>
          </p:nvPr>
        </p:nvSpPr>
        <p:spPr>
          <a:xfrm rot="10800000" flipH="1">
            <a:off x="3269456" y="288653"/>
            <a:ext cx="5352900" cy="20400"/>
          </a:xfrm>
          <a:prstGeom prst="rect">
            <a:avLst/>
          </a:prstGeom>
          <a:solidFill>
            <a:srgbClr val="77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100"/>
              <a:buNone/>
              <a:defRPr sz="100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5"/>
          </p:nvPr>
        </p:nvSpPr>
        <p:spPr>
          <a:xfrm>
            <a:off x="3269456" y="1203719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3600"/>
              <a:buNone/>
              <a:defRPr sz="3600" b="1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6"/>
          </p:nvPr>
        </p:nvSpPr>
        <p:spPr>
          <a:xfrm>
            <a:off x="3950494" y="1203719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7"/>
          </p:nvPr>
        </p:nvSpPr>
        <p:spPr>
          <a:xfrm rot="10800000" flipH="1">
            <a:off x="3269456" y="1842643"/>
            <a:ext cx="5352900" cy="20400"/>
          </a:xfrm>
          <a:prstGeom prst="rect">
            <a:avLst/>
          </a:prstGeom>
          <a:solidFill>
            <a:srgbClr val="77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100"/>
              <a:buNone/>
              <a:defRPr sz="100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8"/>
          </p:nvPr>
        </p:nvSpPr>
        <p:spPr>
          <a:xfrm>
            <a:off x="3269456" y="1990745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3600"/>
              <a:buNone/>
              <a:defRPr sz="3600" b="1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9"/>
          </p:nvPr>
        </p:nvSpPr>
        <p:spPr>
          <a:xfrm>
            <a:off x="3950494" y="1990745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3"/>
          </p:nvPr>
        </p:nvSpPr>
        <p:spPr>
          <a:xfrm rot="10800000" flipH="1">
            <a:off x="3269456" y="2629668"/>
            <a:ext cx="5352900" cy="20400"/>
          </a:xfrm>
          <a:prstGeom prst="rect">
            <a:avLst/>
          </a:prstGeom>
          <a:solidFill>
            <a:srgbClr val="77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100"/>
              <a:buNone/>
              <a:defRPr sz="100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4"/>
          </p:nvPr>
        </p:nvSpPr>
        <p:spPr>
          <a:xfrm>
            <a:off x="3269456" y="2759868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3600"/>
              <a:buNone/>
              <a:defRPr sz="3600" b="1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5"/>
          </p:nvPr>
        </p:nvSpPr>
        <p:spPr>
          <a:xfrm>
            <a:off x="3950494" y="2759868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6"/>
          </p:nvPr>
        </p:nvSpPr>
        <p:spPr>
          <a:xfrm rot="10800000" flipH="1">
            <a:off x="3269456" y="3398792"/>
            <a:ext cx="5352900" cy="20400"/>
          </a:xfrm>
          <a:prstGeom prst="rect">
            <a:avLst/>
          </a:prstGeom>
          <a:solidFill>
            <a:srgbClr val="77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100"/>
              <a:buNone/>
              <a:defRPr sz="100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7"/>
          </p:nvPr>
        </p:nvSpPr>
        <p:spPr>
          <a:xfrm>
            <a:off x="3269456" y="3548676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3600"/>
              <a:buNone/>
              <a:defRPr sz="3600" b="1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body" idx="18"/>
          </p:nvPr>
        </p:nvSpPr>
        <p:spPr>
          <a:xfrm>
            <a:off x="3950494" y="3548676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body" idx="19"/>
          </p:nvPr>
        </p:nvSpPr>
        <p:spPr>
          <a:xfrm rot="10800000" flipH="1">
            <a:off x="3269456" y="4187600"/>
            <a:ext cx="5352900" cy="20400"/>
          </a:xfrm>
          <a:prstGeom prst="rect">
            <a:avLst/>
          </a:prstGeom>
          <a:solidFill>
            <a:srgbClr val="7700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100"/>
              <a:buNone/>
              <a:defRPr sz="100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20"/>
          </p:nvPr>
        </p:nvSpPr>
        <p:spPr>
          <a:xfrm>
            <a:off x="3269456" y="4336306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00FF"/>
              </a:buClr>
              <a:buSzPts val="3600"/>
              <a:buNone/>
              <a:defRPr sz="3600" b="1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21"/>
          </p:nvPr>
        </p:nvSpPr>
        <p:spPr>
          <a:xfrm>
            <a:off x="3950494" y="4336306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_gradient bg">
  <p:cSld name="Title + Content_gradient bg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513207" y="1049274"/>
            <a:ext cx="8086800" cy="3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2pPr>
            <a:lvl3pPr marL="1371600" lvl="2" indent="-3175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marL="1828800" lvl="3" indent="-3048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4pPr>
            <a:lvl5pPr marL="2286000" lvl="4" indent="-2984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8" name="Google Shape;4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5" descr="A picture containing kite, laser, night sky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9141711" cy="5142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1690" y="3726653"/>
            <a:ext cx="1086040" cy="102844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 txBox="1">
            <a:spLocks noGrp="1"/>
          </p:cNvSpPr>
          <p:nvPr>
            <p:ph type="subTitle" idx="1"/>
          </p:nvPr>
        </p:nvSpPr>
        <p:spPr>
          <a:xfrm>
            <a:off x="527445" y="1935492"/>
            <a:ext cx="80892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527446" y="565082"/>
            <a:ext cx="8089200" cy="13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Roboto Medium"/>
              <a:buNone/>
              <a:defRPr sz="5400" b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527446" y="244928"/>
            <a:ext cx="8089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2">
  <p:cSld name="Divider_2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80" y="1339"/>
            <a:ext cx="9139334" cy="51408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521314" y="521494"/>
            <a:ext cx="80799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Roboto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subTitle" idx="1"/>
          </p:nvPr>
        </p:nvSpPr>
        <p:spPr>
          <a:xfrm>
            <a:off x="521314" y="1557814"/>
            <a:ext cx="80799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3">
  <p:cSld name="Divider_3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accent2"/>
            </a:gs>
          </a:gsLst>
          <a:lin ang="2700006" scaled="0"/>
        </a:gra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80" y="1339"/>
            <a:ext cx="9139334" cy="51408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21314" y="521494"/>
            <a:ext cx="80799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Roboto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521314" y="1557814"/>
            <a:ext cx="80799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4">
  <p:cSld name="Divider_4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accent2"/>
            </a:gs>
          </a:gsLst>
          <a:lin ang="2700006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80" y="1339"/>
            <a:ext cx="9139334" cy="514087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521314" y="521494"/>
            <a:ext cx="80799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Roboto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ubTitle" idx="1"/>
          </p:nvPr>
        </p:nvSpPr>
        <p:spPr>
          <a:xfrm>
            <a:off x="521314" y="1557814"/>
            <a:ext cx="80799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5">
  <p:cSld name="Divider_5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accent2"/>
            </a:gs>
          </a:gsLst>
          <a:lin ang="2700006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81" y="1339"/>
            <a:ext cx="9139330" cy="514087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521314" y="521494"/>
            <a:ext cx="80799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Roboto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ubTitle" idx="1"/>
          </p:nvPr>
        </p:nvSpPr>
        <p:spPr>
          <a:xfrm>
            <a:off x="521314" y="1557814"/>
            <a:ext cx="80799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6">
  <p:cSld name="Divider_6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accent2"/>
            </a:gs>
          </a:gsLst>
          <a:lin ang="2700006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81" y="1339"/>
            <a:ext cx="9139330" cy="514087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521314" y="521494"/>
            <a:ext cx="80799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Roboto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ubTitle" idx="1"/>
          </p:nvPr>
        </p:nvSpPr>
        <p:spPr>
          <a:xfrm>
            <a:off x="521314" y="1557814"/>
            <a:ext cx="80799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pink">
  <p:cSld name="Content 1/3_pi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/>
          <p:nvPr/>
        </p:nvSpPr>
        <p:spPr>
          <a:xfrm>
            <a:off x="0" y="0"/>
            <a:ext cx="3120600" cy="5143500"/>
          </a:xfrm>
          <a:prstGeom prst="rect">
            <a:avLst/>
          </a:prstGeom>
          <a:gradFill>
            <a:gsLst>
              <a:gs pos="0">
                <a:srgbClr val="4F00FF"/>
              </a:gs>
              <a:gs pos="5000">
                <a:srgbClr val="4F00FF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514350" y="233363"/>
            <a:ext cx="20667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BFC4C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514350" y="1265942"/>
            <a:ext cx="2066700" cy="3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2"/>
          </p:nvPr>
        </p:nvSpPr>
        <p:spPr>
          <a:xfrm>
            <a:off x="3539217" y="601394"/>
            <a:ext cx="5604900" cy="3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pink">
  <p:cSld name="Callout_pink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accent6"/>
            </a:gs>
          </a:gsLst>
          <a:lin ang="2700006" scaled="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1" name="Google Shape;9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>
            <a:off x="521492" y="3296842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93" name="Google Shape;93;p12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blue">
  <p:cSld name="Callout_blue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accent2"/>
            </a:gs>
          </a:gsLst>
          <a:lin ang="2700006" scaled="0"/>
        </a:gra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21492" y="3296842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green">
  <p:cSld name="Callout_green">
    <p:bg>
      <p:bgPr>
        <a:gradFill>
          <a:gsLst>
            <a:gs pos="0">
              <a:schemeClr val="accent2"/>
            </a:gs>
            <a:gs pos="5000">
              <a:schemeClr val="accent2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>
            <a:spLocks noGrp="1"/>
          </p:cNvSpPr>
          <p:nvPr>
            <p:ph type="title"/>
          </p:nvPr>
        </p:nvSpPr>
        <p:spPr>
          <a:xfrm>
            <a:off x="521492" y="3296842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red">
  <p:cSld name="Callout_red">
    <p:bg>
      <p:bgPr>
        <a:gradFill>
          <a:gsLst>
            <a:gs pos="0">
              <a:schemeClr val="accent6"/>
            </a:gs>
            <a:gs pos="5000">
              <a:schemeClr val="accent6"/>
            </a:gs>
            <a:gs pos="100000">
              <a:schemeClr val="accent3"/>
            </a:gs>
          </a:gsLst>
          <a:lin ang="2700006" scaled="0"/>
        </a:gra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9pPr>
          </a:lstStyle>
          <a:p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521492" y="3296842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orange">
  <p:cSld name="Callout_orange">
    <p:bg>
      <p:bgPr>
        <a:gradFill>
          <a:gsLst>
            <a:gs pos="0">
              <a:schemeClr val="accent3"/>
            </a:gs>
            <a:gs pos="5000">
              <a:schemeClr val="accent3"/>
            </a:gs>
            <a:gs pos="100000">
              <a:schemeClr val="accent5"/>
            </a:gs>
          </a:gsLst>
          <a:lin ang="2700006" scaled="0"/>
        </a:gra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9pPr>
          </a:lstStyle>
          <a:p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521492" y="3296842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purple">
  <p:cSld name="From_To_purpl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l="12633" t="14410" r="46637" b="4129"/>
          <a:stretch/>
        </p:blipFill>
        <p:spPr>
          <a:xfrm>
            <a:off x="4572000" y="0"/>
            <a:ext cx="4572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gradFill>
            <a:gsLst>
              <a:gs pos="0">
                <a:srgbClr val="4F00FF"/>
              </a:gs>
              <a:gs pos="5000">
                <a:srgbClr val="4F00FF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514350" y="585482"/>
            <a:ext cx="3436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2"/>
          </p:nvPr>
        </p:nvSpPr>
        <p:spPr>
          <a:xfrm>
            <a:off x="514349" y="316981"/>
            <a:ext cx="3436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3"/>
          </p:nvPr>
        </p:nvSpPr>
        <p:spPr>
          <a:xfrm>
            <a:off x="5188743" y="585482"/>
            <a:ext cx="3412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body" idx="4"/>
          </p:nvPr>
        </p:nvSpPr>
        <p:spPr>
          <a:xfrm>
            <a:off x="5188742" y="316981"/>
            <a:ext cx="3412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5"/>
          </p:nvPr>
        </p:nvSpPr>
        <p:spPr>
          <a:xfrm>
            <a:off x="514350" y="1837775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body" idx="6"/>
          </p:nvPr>
        </p:nvSpPr>
        <p:spPr>
          <a:xfrm>
            <a:off x="514350" y="2659306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body" idx="7"/>
          </p:nvPr>
        </p:nvSpPr>
        <p:spPr>
          <a:xfrm>
            <a:off x="514350" y="3480837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8"/>
          </p:nvPr>
        </p:nvSpPr>
        <p:spPr>
          <a:xfrm>
            <a:off x="5188744" y="1837775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9"/>
          </p:nvPr>
        </p:nvSpPr>
        <p:spPr>
          <a:xfrm>
            <a:off x="5188744" y="2659306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3"/>
          </p:nvPr>
        </p:nvSpPr>
        <p:spPr>
          <a:xfrm>
            <a:off x="5188744" y="3480837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body" idx="14"/>
          </p:nvPr>
        </p:nvSpPr>
        <p:spPr>
          <a:xfrm rot="10800000" flipH="1">
            <a:off x="514186" y="2539154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5"/>
          </p:nvPr>
        </p:nvSpPr>
        <p:spPr>
          <a:xfrm rot="10800000" flipH="1">
            <a:off x="514186" y="3360685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6"/>
          </p:nvPr>
        </p:nvSpPr>
        <p:spPr>
          <a:xfrm rot="10800000" flipH="1">
            <a:off x="5188563" y="2539154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17"/>
          </p:nvPr>
        </p:nvSpPr>
        <p:spPr>
          <a:xfrm rot="10800000" flipH="1">
            <a:off x="5188563" y="3360685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/>
          <p:cNvPicPr preferRelativeResize="0"/>
          <p:nvPr/>
        </p:nvPicPr>
        <p:blipFill rotWithShape="1">
          <a:blip r:embed="rId5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white bg">
  <p:cSld name="Title + Content_white bg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>
            <a:spLocks noGrp="1"/>
          </p:cNvSpPr>
          <p:nvPr>
            <p:ph type="body" idx="1"/>
          </p:nvPr>
        </p:nvSpPr>
        <p:spPr>
          <a:xfrm>
            <a:off x="513207" y="1049274"/>
            <a:ext cx="8086800" cy="3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2pPr>
            <a:lvl3pPr marL="1371600" lvl="2" indent="-3175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marL="1828800" lvl="3" indent="-3048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4pPr>
            <a:lvl5pPr marL="2286000" lvl="4" indent="-2984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purple">
  <p:cSld name="Title + Content_purple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513207" y="1049274"/>
            <a:ext cx="8086800" cy="3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_multicolor">
  <p:cSld name="Agenda_multicolor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3269456" y="418853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 b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body" idx="2"/>
          </p:nvPr>
        </p:nvSpPr>
        <p:spPr>
          <a:xfrm>
            <a:off x="3950494" y="418853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3"/>
          </p:nvPr>
        </p:nvSpPr>
        <p:spPr>
          <a:xfrm rot="10800000" flipH="1">
            <a:off x="3269456" y="1057777"/>
            <a:ext cx="5352900" cy="2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4"/>
          </p:nvPr>
        </p:nvSpPr>
        <p:spPr>
          <a:xfrm rot="10800000" flipH="1">
            <a:off x="3269456" y="288653"/>
            <a:ext cx="5352900" cy="2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5"/>
          </p:nvPr>
        </p:nvSpPr>
        <p:spPr>
          <a:xfrm>
            <a:off x="3269456" y="1203719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 b="1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body" idx="6"/>
          </p:nvPr>
        </p:nvSpPr>
        <p:spPr>
          <a:xfrm>
            <a:off x="3950494" y="1203719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7"/>
          </p:nvPr>
        </p:nvSpPr>
        <p:spPr>
          <a:xfrm rot="10800000" flipH="1">
            <a:off x="3269456" y="1842643"/>
            <a:ext cx="5352900" cy="2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body" idx="8"/>
          </p:nvPr>
        </p:nvSpPr>
        <p:spPr>
          <a:xfrm>
            <a:off x="3269456" y="1990745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 b="1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9"/>
          </p:nvPr>
        </p:nvSpPr>
        <p:spPr>
          <a:xfrm>
            <a:off x="3950494" y="1990745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13"/>
          </p:nvPr>
        </p:nvSpPr>
        <p:spPr>
          <a:xfrm rot="10800000" flipH="1">
            <a:off x="3269456" y="2629668"/>
            <a:ext cx="5352900" cy="2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4"/>
          </p:nvPr>
        </p:nvSpPr>
        <p:spPr>
          <a:xfrm>
            <a:off x="3269456" y="2759868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1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15"/>
          </p:nvPr>
        </p:nvSpPr>
        <p:spPr>
          <a:xfrm>
            <a:off x="3950494" y="2759868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body" idx="16"/>
          </p:nvPr>
        </p:nvSpPr>
        <p:spPr>
          <a:xfrm rot="10800000" flipH="1">
            <a:off x="3269456" y="3398792"/>
            <a:ext cx="5352900" cy="2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body" idx="17"/>
          </p:nvPr>
        </p:nvSpPr>
        <p:spPr>
          <a:xfrm>
            <a:off x="3269456" y="3548676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 b="1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body" idx="18"/>
          </p:nvPr>
        </p:nvSpPr>
        <p:spPr>
          <a:xfrm>
            <a:off x="3950494" y="3548676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body" idx="19"/>
          </p:nvPr>
        </p:nvSpPr>
        <p:spPr>
          <a:xfrm rot="10800000" flipH="1">
            <a:off x="3269456" y="4187600"/>
            <a:ext cx="5352900" cy="2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body" idx="20"/>
          </p:nvPr>
        </p:nvSpPr>
        <p:spPr>
          <a:xfrm>
            <a:off x="3269456" y="4336306"/>
            <a:ext cx="68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 b="1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body" idx="21"/>
          </p:nvPr>
        </p:nvSpPr>
        <p:spPr>
          <a:xfrm>
            <a:off x="3950494" y="4336306"/>
            <a:ext cx="466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260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1">
  <p:cSld name="Divider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80" y="1339"/>
            <a:ext cx="9139334" cy="514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521314" y="521494"/>
            <a:ext cx="80799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Roboto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"/>
          </p:nvPr>
        </p:nvSpPr>
        <p:spPr>
          <a:xfrm>
            <a:off x="521314" y="1557814"/>
            <a:ext cx="80799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reenshot">
  <p:cSld name="Screenshot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body" idx="1"/>
          </p:nvPr>
        </p:nvSpPr>
        <p:spPr>
          <a:xfrm>
            <a:off x="521494" y="1228724"/>
            <a:ext cx="8096100" cy="3914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01600" sx="101000" sy="101000" algn="ctr" rotWithShape="0">
              <a:srgbClr val="000000">
                <a:alpha val="9019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pink">
  <p:cSld name="Title + Content_pink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accent6"/>
            </a:gs>
          </a:gsLst>
          <a:lin ang="2700006" scaled="0"/>
        </a:gra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>
            <a:spLocks noGrp="1"/>
          </p:cNvSpPr>
          <p:nvPr>
            <p:ph type="body" idx="1"/>
          </p:nvPr>
        </p:nvSpPr>
        <p:spPr>
          <a:xfrm>
            <a:off x="513207" y="1049274"/>
            <a:ext cx="8086800" cy="3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blue">
  <p:cSld name="Title + Content_blue">
    <p:bg>
      <p:bgPr>
        <a:gradFill>
          <a:gsLst>
            <a:gs pos="0">
              <a:srgbClr val="4F00FF"/>
            </a:gs>
            <a:gs pos="5000">
              <a:srgbClr val="4F00FF"/>
            </a:gs>
            <a:gs pos="100000">
              <a:schemeClr val="accent2"/>
            </a:gs>
          </a:gsLst>
          <a:lin ang="2700006" scaled="0"/>
        </a:gra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4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4" name="Google Shape;19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>
            <a:spLocks noGrp="1"/>
          </p:cNvSpPr>
          <p:nvPr>
            <p:ph type="body" idx="1"/>
          </p:nvPr>
        </p:nvSpPr>
        <p:spPr>
          <a:xfrm>
            <a:off x="513207" y="1049274"/>
            <a:ext cx="8086800" cy="3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green">
  <p:cSld name="Title + Content_green">
    <p:bg>
      <p:bgPr>
        <a:gradFill>
          <a:gsLst>
            <a:gs pos="0">
              <a:schemeClr val="accent2"/>
            </a:gs>
            <a:gs pos="5000">
              <a:schemeClr val="accent2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9pPr>
          </a:lstStyle>
          <a:p>
            <a:endParaRPr/>
          </a:p>
        </p:txBody>
      </p:sp>
      <p:pic>
        <p:nvPicPr>
          <p:cNvPr id="200" name="Google Shape;200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5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body" idx="1"/>
          </p:nvPr>
        </p:nvSpPr>
        <p:spPr>
          <a:xfrm>
            <a:off x="513207" y="1049274"/>
            <a:ext cx="8086800" cy="3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red">
  <p:cSld name="Title + Content_red">
    <p:bg>
      <p:bgPr>
        <a:gradFill>
          <a:gsLst>
            <a:gs pos="0">
              <a:schemeClr val="accent6"/>
            </a:gs>
            <a:gs pos="5000">
              <a:schemeClr val="accent6"/>
            </a:gs>
            <a:gs pos="100000">
              <a:schemeClr val="accent3"/>
            </a:gs>
          </a:gsLst>
          <a:lin ang="2700006" scaled="0"/>
        </a:gra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9pPr>
          </a:lstStyle>
          <a:p>
            <a:endParaRPr/>
          </a:p>
        </p:txBody>
      </p:sp>
      <p:pic>
        <p:nvPicPr>
          <p:cNvPr id="207" name="Google Shape;20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body" idx="1"/>
          </p:nvPr>
        </p:nvSpPr>
        <p:spPr>
          <a:xfrm>
            <a:off x="513207" y="1049274"/>
            <a:ext cx="8086800" cy="3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orange">
  <p:cSld name="Title + Content_orange">
    <p:bg>
      <p:bgPr>
        <a:gradFill>
          <a:gsLst>
            <a:gs pos="0">
              <a:schemeClr val="accent3"/>
            </a:gs>
            <a:gs pos="5000">
              <a:schemeClr val="accent3"/>
            </a:gs>
            <a:gs pos="100000">
              <a:schemeClr val="accent5"/>
            </a:gs>
          </a:gsLst>
          <a:lin ang="2700006" scaled="0"/>
        </a:gra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9pPr>
          </a:lstStyle>
          <a:p>
            <a:endParaRPr/>
          </a:p>
        </p:txBody>
      </p:sp>
      <p:pic>
        <p:nvPicPr>
          <p:cNvPr id="214" name="Google Shape;214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body" idx="1"/>
          </p:nvPr>
        </p:nvSpPr>
        <p:spPr>
          <a:xfrm>
            <a:off x="513207" y="1049274"/>
            <a:ext cx="8086800" cy="3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purple">
  <p:cSld name="Content 1/3_purple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/>
          <p:nvPr/>
        </p:nvSpPr>
        <p:spPr>
          <a:xfrm>
            <a:off x="0" y="0"/>
            <a:ext cx="3120600" cy="5143500"/>
          </a:xfrm>
          <a:prstGeom prst="rect">
            <a:avLst/>
          </a:prstGeom>
          <a:gradFill>
            <a:gsLst>
              <a:gs pos="0">
                <a:srgbClr val="4F00FF"/>
              </a:gs>
              <a:gs pos="5000">
                <a:srgbClr val="4F00FF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14350" y="233363"/>
            <a:ext cx="20667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BFC4C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body" idx="1"/>
          </p:nvPr>
        </p:nvSpPr>
        <p:spPr>
          <a:xfrm>
            <a:off x="514350" y="1265942"/>
            <a:ext cx="2066700" cy="3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body" idx="2"/>
          </p:nvPr>
        </p:nvSpPr>
        <p:spPr>
          <a:xfrm>
            <a:off x="3539217" y="601394"/>
            <a:ext cx="5604900" cy="3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25" name="Google Shape;22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blue">
  <p:cSld name="Content 1/3_blue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/>
        </p:nvSpPr>
        <p:spPr>
          <a:xfrm>
            <a:off x="0" y="0"/>
            <a:ext cx="3120600" cy="5143500"/>
          </a:xfrm>
          <a:prstGeom prst="rect">
            <a:avLst/>
          </a:prstGeom>
          <a:gradFill>
            <a:gsLst>
              <a:gs pos="0">
                <a:srgbClr val="4F00FF"/>
              </a:gs>
              <a:gs pos="5000">
                <a:srgbClr val="4F00FF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9"/>
          <p:cNvSpPr txBox="1">
            <a:spLocks noGrp="1"/>
          </p:cNvSpPr>
          <p:nvPr>
            <p:ph type="title"/>
          </p:nvPr>
        </p:nvSpPr>
        <p:spPr>
          <a:xfrm>
            <a:off x="514350" y="233363"/>
            <a:ext cx="20667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BFC4C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1"/>
          </p:nvPr>
        </p:nvSpPr>
        <p:spPr>
          <a:xfrm>
            <a:off x="514350" y="1265942"/>
            <a:ext cx="2066700" cy="3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2"/>
          </p:nvPr>
        </p:nvSpPr>
        <p:spPr>
          <a:xfrm>
            <a:off x="3539217" y="601394"/>
            <a:ext cx="5604900" cy="3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33" name="Google Shape;23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green">
  <p:cSld name="Content 1/3_green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/>
          <p:nvPr/>
        </p:nvSpPr>
        <p:spPr>
          <a:xfrm>
            <a:off x="0" y="0"/>
            <a:ext cx="3120600" cy="51435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title"/>
          </p:nvPr>
        </p:nvSpPr>
        <p:spPr>
          <a:xfrm>
            <a:off x="514350" y="233363"/>
            <a:ext cx="20667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BFC4C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body" idx="1"/>
          </p:nvPr>
        </p:nvSpPr>
        <p:spPr>
          <a:xfrm>
            <a:off x="514350" y="1265942"/>
            <a:ext cx="2066700" cy="3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body" idx="2"/>
          </p:nvPr>
        </p:nvSpPr>
        <p:spPr>
          <a:xfrm>
            <a:off x="3539217" y="601394"/>
            <a:ext cx="5604900" cy="3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41" name="Google Shape;24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red">
  <p:cSld name="Content 1/3_red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0" y="0"/>
            <a:ext cx="3120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5000">
                <a:schemeClr val="accent6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1"/>
          <p:cNvSpPr txBox="1">
            <a:spLocks noGrp="1"/>
          </p:cNvSpPr>
          <p:nvPr>
            <p:ph type="title"/>
          </p:nvPr>
        </p:nvSpPr>
        <p:spPr>
          <a:xfrm>
            <a:off x="514350" y="233363"/>
            <a:ext cx="20667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BFC4C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1"/>
          </p:nvPr>
        </p:nvSpPr>
        <p:spPr>
          <a:xfrm>
            <a:off x="514350" y="1265942"/>
            <a:ext cx="2066700" cy="3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body" idx="2"/>
          </p:nvPr>
        </p:nvSpPr>
        <p:spPr>
          <a:xfrm>
            <a:off x="3539217" y="601394"/>
            <a:ext cx="5604900" cy="3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49" name="Google Shape;24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orange">
  <p:cSld name="Content 1/3_orange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/>
          <p:nvPr/>
        </p:nvSpPr>
        <p:spPr>
          <a:xfrm>
            <a:off x="0" y="0"/>
            <a:ext cx="3120600" cy="5143500"/>
          </a:xfrm>
          <a:prstGeom prst="rect">
            <a:avLst/>
          </a:prstGeom>
          <a:gradFill>
            <a:gsLst>
              <a:gs pos="0">
                <a:schemeClr val="accent3"/>
              </a:gs>
              <a:gs pos="5000">
                <a:schemeClr val="accent3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514350" y="233363"/>
            <a:ext cx="20667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BFC4C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514350" y="1265942"/>
            <a:ext cx="2066700" cy="3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body" idx="2"/>
          </p:nvPr>
        </p:nvSpPr>
        <p:spPr>
          <a:xfrm>
            <a:off x="3539217" y="601394"/>
            <a:ext cx="5604900" cy="3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pink">
  <p:cSld name="From_To_pink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3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3"/>
          <p:cNvPicPr preferRelativeResize="0"/>
          <p:nvPr/>
        </p:nvPicPr>
        <p:blipFill rotWithShape="1">
          <a:blip r:embed="rId3">
            <a:alphaModFix/>
          </a:blip>
          <a:srcRect l="12633" t="14410" r="46637" b="4129"/>
          <a:stretch/>
        </p:blipFill>
        <p:spPr>
          <a:xfrm>
            <a:off x="4572000" y="0"/>
            <a:ext cx="4572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gradFill>
            <a:gsLst>
              <a:gs pos="0">
                <a:srgbClr val="4F00FF"/>
              </a:gs>
              <a:gs pos="5000">
                <a:srgbClr val="4F00FF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3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body" idx="1"/>
          </p:nvPr>
        </p:nvSpPr>
        <p:spPr>
          <a:xfrm>
            <a:off x="514350" y="585482"/>
            <a:ext cx="3436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body" idx="2"/>
          </p:nvPr>
        </p:nvSpPr>
        <p:spPr>
          <a:xfrm>
            <a:off x="514349" y="316981"/>
            <a:ext cx="3436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body" idx="3"/>
          </p:nvPr>
        </p:nvSpPr>
        <p:spPr>
          <a:xfrm>
            <a:off x="5188743" y="585482"/>
            <a:ext cx="3412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body" idx="4"/>
          </p:nvPr>
        </p:nvSpPr>
        <p:spPr>
          <a:xfrm>
            <a:off x="5188742" y="316981"/>
            <a:ext cx="3412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body" idx="5"/>
          </p:nvPr>
        </p:nvSpPr>
        <p:spPr>
          <a:xfrm>
            <a:off x="514350" y="1837775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body" idx="6"/>
          </p:nvPr>
        </p:nvSpPr>
        <p:spPr>
          <a:xfrm>
            <a:off x="514350" y="2659306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body" idx="7"/>
          </p:nvPr>
        </p:nvSpPr>
        <p:spPr>
          <a:xfrm>
            <a:off x="514350" y="3480837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8"/>
          </p:nvPr>
        </p:nvSpPr>
        <p:spPr>
          <a:xfrm>
            <a:off x="5188744" y="1837775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9"/>
          </p:nvPr>
        </p:nvSpPr>
        <p:spPr>
          <a:xfrm>
            <a:off x="5188744" y="2659306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13"/>
          </p:nvPr>
        </p:nvSpPr>
        <p:spPr>
          <a:xfrm>
            <a:off x="5188744" y="3480837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14"/>
          </p:nvPr>
        </p:nvSpPr>
        <p:spPr>
          <a:xfrm rot="10800000" flipH="1">
            <a:off x="514186" y="2539154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body" idx="15"/>
          </p:nvPr>
        </p:nvSpPr>
        <p:spPr>
          <a:xfrm rot="10800000" flipH="1">
            <a:off x="514186" y="3360685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body" idx="16"/>
          </p:nvPr>
        </p:nvSpPr>
        <p:spPr>
          <a:xfrm rot="10800000" flipH="1">
            <a:off x="5188563" y="2539154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body" idx="17"/>
          </p:nvPr>
        </p:nvSpPr>
        <p:spPr>
          <a:xfrm rot="10800000" flipH="1">
            <a:off x="5188563" y="3360685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278" name="Google Shape;278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/>
          <p:cNvPicPr preferRelativeResize="0"/>
          <p:nvPr/>
        </p:nvPicPr>
        <p:blipFill rotWithShape="1">
          <a:blip r:embed="rId5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blue">
  <p:cSld name="From_To_blue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4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4"/>
          <p:cNvPicPr preferRelativeResize="0"/>
          <p:nvPr/>
        </p:nvPicPr>
        <p:blipFill rotWithShape="1">
          <a:blip r:embed="rId3">
            <a:alphaModFix/>
          </a:blip>
          <a:srcRect l="12633" t="14410" r="46637" b="4129"/>
          <a:stretch/>
        </p:blipFill>
        <p:spPr>
          <a:xfrm>
            <a:off x="4572000" y="0"/>
            <a:ext cx="4572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gradFill>
            <a:gsLst>
              <a:gs pos="0">
                <a:srgbClr val="4F00FF"/>
              </a:gs>
              <a:gs pos="5000">
                <a:srgbClr val="4F00FF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4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5" name="Google Shape;285;p34"/>
          <p:cNvSpPr txBox="1">
            <a:spLocks noGrp="1"/>
          </p:cNvSpPr>
          <p:nvPr>
            <p:ph type="body" idx="1"/>
          </p:nvPr>
        </p:nvSpPr>
        <p:spPr>
          <a:xfrm>
            <a:off x="514350" y="585482"/>
            <a:ext cx="3436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2"/>
          </p:nvPr>
        </p:nvSpPr>
        <p:spPr>
          <a:xfrm>
            <a:off x="514349" y="316981"/>
            <a:ext cx="3436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3"/>
          </p:nvPr>
        </p:nvSpPr>
        <p:spPr>
          <a:xfrm>
            <a:off x="5188743" y="585482"/>
            <a:ext cx="3412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4"/>
          </p:nvPr>
        </p:nvSpPr>
        <p:spPr>
          <a:xfrm>
            <a:off x="5188742" y="316981"/>
            <a:ext cx="3412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5"/>
          </p:nvPr>
        </p:nvSpPr>
        <p:spPr>
          <a:xfrm>
            <a:off x="514350" y="1837775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body" idx="6"/>
          </p:nvPr>
        </p:nvSpPr>
        <p:spPr>
          <a:xfrm>
            <a:off x="514350" y="2659306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body" idx="7"/>
          </p:nvPr>
        </p:nvSpPr>
        <p:spPr>
          <a:xfrm>
            <a:off x="514350" y="3480837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4"/>
          <p:cNvSpPr txBox="1">
            <a:spLocks noGrp="1"/>
          </p:cNvSpPr>
          <p:nvPr>
            <p:ph type="body" idx="8"/>
          </p:nvPr>
        </p:nvSpPr>
        <p:spPr>
          <a:xfrm>
            <a:off x="5188744" y="1837775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34"/>
          <p:cNvSpPr txBox="1">
            <a:spLocks noGrp="1"/>
          </p:cNvSpPr>
          <p:nvPr>
            <p:ph type="body" idx="9"/>
          </p:nvPr>
        </p:nvSpPr>
        <p:spPr>
          <a:xfrm>
            <a:off x="5188744" y="2659306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body" idx="13"/>
          </p:nvPr>
        </p:nvSpPr>
        <p:spPr>
          <a:xfrm>
            <a:off x="5188744" y="3480837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body" idx="14"/>
          </p:nvPr>
        </p:nvSpPr>
        <p:spPr>
          <a:xfrm rot="10800000" flipH="1">
            <a:off x="514186" y="2539154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15"/>
          </p:nvPr>
        </p:nvSpPr>
        <p:spPr>
          <a:xfrm rot="10800000" flipH="1">
            <a:off x="514186" y="3360685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34"/>
          <p:cNvSpPr txBox="1">
            <a:spLocks noGrp="1"/>
          </p:cNvSpPr>
          <p:nvPr>
            <p:ph type="body" idx="16"/>
          </p:nvPr>
        </p:nvSpPr>
        <p:spPr>
          <a:xfrm rot="10800000" flipH="1">
            <a:off x="5188563" y="2539154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4"/>
          <p:cNvSpPr txBox="1">
            <a:spLocks noGrp="1"/>
          </p:cNvSpPr>
          <p:nvPr>
            <p:ph type="body" idx="17"/>
          </p:nvPr>
        </p:nvSpPr>
        <p:spPr>
          <a:xfrm rot="10800000" flipH="1">
            <a:off x="5188563" y="3360685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300" name="Google Shape;300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4"/>
          <p:cNvPicPr preferRelativeResize="0"/>
          <p:nvPr/>
        </p:nvPicPr>
        <p:blipFill rotWithShape="1">
          <a:blip r:embed="rId5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green">
  <p:cSld name="From_To_green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5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5"/>
          <p:cNvPicPr preferRelativeResize="0"/>
          <p:nvPr/>
        </p:nvPicPr>
        <p:blipFill rotWithShape="1">
          <a:blip r:embed="rId3">
            <a:alphaModFix/>
          </a:blip>
          <a:srcRect l="12633" t="14410" r="46637" b="4129"/>
          <a:stretch/>
        </p:blipFill>
        <p:spPr>
          <a:xfrm>
            <a:off x="4572000" y="0"/>
            <a:ext cx="4572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5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5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7" name="Google Shape;307;p35"/>
          <p:cNvSpPr txBox="1">
            <a:spLocks noGrp="1"/>
          </p:cNvSpPr>
          <p:nvPr>
            <p:ph type="body" idx="1"/>
          </p:nvPr>
        </p:nvSpPr>
        <p:spPr>
          <a:xfrm>
            <a:off x="514350" y="585482"/>
            <a:ext cx="3436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5"/>
          <p:cNvSpPr txBox="1">
            <a:spLocks noGrp="1"/>
          </p:cNvSpPr>
          <p:nvPr>
            <p:ph type="body" idx="2"/>
          </p:nvPr>
        </p:nvSpPr>
        <p:spPr>
          <a:xfrm>
            <a:off x="514349" y="316981"/>
            <a:ext cx="3436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35"/>
          <p:cNvSpPr txBox="1">
            <a:spLocks noGrp="1"/>
          </p:cNvSpPr>
          <p:nvPr>
            <p:ph type="body" idx="3"/>
          </p:nvPr>
        </p:nvSpPr>
        <p:spPr>
          <a:xfrm>
            <a:off x="5188743" y="585482"/>
            <a:ext cx="3412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body" idx="4"/>
          </p:nvPr>
        </p:nvSpPr>
        <p:spPr>
          <a:xfrm>
            <a:off x="5188742" y="316981"/>
            <a:ext cx="3412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35"/>
          <p:cNvSpPr txBox="1">
            <a:spLocks noGrp="1"/>
          </p:cNvSpPr>
          <p:nvPr>
            <p:ph type="body" idx="5"/>
          </p:nvPr>
        </p:nvSpPr>
        <p:spPr>
          <a:xfrm>
            <a:off x="514350" y="1837775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35"/>
          <p:cNvSpPr txBox="1">
            <a:spLocks noGrp="1"/>
          </p:cNvSpPr>
          <p:nvPr>
            <p:ph type="body" idx="6"/>
          </p:nvPr>
        </p:nvSpPr>
        <p:spPr>
          <a:xfrm>
            <a:off x="514350" y="2659306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body" idx="7"/>
          </p:nvPr>
        </p:nvSpPr>
        <p:spPr>
          <a:xfrm>
            <a:off x="514350" y="3480837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body" idx="8"/>
          </p:nvPr>
        </p:nvSpPr>
        <p:spPr>
          <a:xfrm>
            <a:off x="5188744" y="1837775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body" idx="9"/>
          </p:nvPr>
        </p:nvSpPr>
        <p:spPr>
          <a:xfrm>
            <a:off x="5188744" y="2659306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body" idx="13"/>
          </p:nvPr>
        </p:nvSpPr>
        <p:spPr>
          <a:xfrm>
            <a:off x="5188744" y="3480837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35"/>
          <p:cNvSpPr txBox="1">
            <a:spLocks noGrp="1"/>
          </p:cNvSpPr>
          <p:nvPr>
            <p:ph type="body" idx="14"/>
          </p:nvPr>
        </p:nvSpPr>
        <p:spPr>
          <a:xfrm rot="10800000" flipH="1">
            <a:off x="514186" y="2539154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35"/>
          <p:cNvSpPr txBox="1">
            <a:spLocks noGrp="1"/>
          </p:cNvSpPr>
          <p:nvPr>
            <p:ph type="body" idx="15"/>
          </p:nvPr>
        </p:nvSpPr>
        <p:spPr>
          <a:xfrm rot="10800000" flipH="1">
            <a:off x="514186" y="3360685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35"/>
          <p:cNvSpPr txBox="1">
            <a:spLocks noGrp="1"/>
          </p:cNvSpPr>
          <p:nvPr>
            <p:ph type="body" idx="16"/>
          </p:nvPr>
        </p:nvSpPr>
        <p:spPr>
          <a:xfrm rot="10800000" flipH="1">
            <a:off x="5188563" y="2539154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5"/>
          <p:cNvSpPr txBox="1">
            <a:spLocks noGrp="1"/>
          </p:cNvSpPr>
          <p:nvPr>
            <p:ph type="body" idx="17"/>
          </p:nvPr>
        </p:nvSpPr>
        <p:spPr>
          <a:xfrm rot="10800000" flipH="1">
            <a:off x="5188563" y="3360685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35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322" name="Google Shape;322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5"/>
          <p:cNvPicPr preferRelativeResize="0"/>
          <p:nvPr/>
        </p:nvPicPr>
        <p:blipFill rotWithShape="1">
          <a:blip r:embed="rId5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red">
  <p:cSld name="From_To_red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6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 rotWithShape="1">
          <a:blip r:embed="rId3">
            <a:alphaModFix/>
          </a:blip>
          <a:srcRect l="12633" t="14410" r="46637" b="4129"/>
          <a:stretch/>
        </p:blipFill>
        <p:spPr>
          <a:xfrm>
            <a:off x="4572000" y="0"/>
            <a:ext cx="4572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6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5000">
                <a:schemeClr val="accent6"/>
              </a:gs>
              <a:gs pos="100000">
                <a:schemeClr val="accent3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6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9" name="Google Shape;329;p36"/>
          <p:cNvSpPr txBox="1">
            <a:spLocks noGrp="1"/>
          </p:cNvSpPr>
          <p:nvPr>
            <p:ph type="body" idx="1"/>
          </p:nvPr>
        </p:nvSpPr>
        <p:spPr>
          <a:xfrm>
            <a:off x="514350" y="585482"/>
            <a:ext cx="3436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6"/>
          <p:cNvSpPr txBox="1">
            <a:spLocks noGrp="1"/>
          </p:cNvSpPr>
          <p:nvPr>
            <p:ph type="body" idx="2"/>
          </p:nvPr>
        </p:nvSpPr>
        <p:spPr>
          <a:xfrm>
            <a:off x="514349" y="316981"/>
            <a:ext cx="3436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36"/>
          <p:cNvSpPr txBox="1">
            <a:spLocks noGrp="1"/>
          </p:cNvSpPr>
          <p:nvPr>
            <p:ph type="body" idx="3"/>
          </p:nvPr>
        </p:nvSpPr>
        <p:spPr>
          <a:xfrm>
            <a:off x="5188743" y="585482"/>
            <a:ext cx="3412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6"/>
          <p:cNvSpPr txBox="1">
            <a:spLocks noGrp="1"/>
          </p:cNvSpPr>
          <p:nvPr>
            <p:ph type="body" idx="4"/>
          </p:nvPr>
        </p:nvSpPr>
        <p:spPr>
          <a:xfrm>
            <a:off x="5188742" y="316981"/>
            <a:ext cx="3412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36"/>
          <p:cNvSpPr txBox="1">
            <a:spLocks noGrp="1"/>
          </p:cNvSpPr>
          <p:nvPr>
            <p:ph type="body" idx="5"/>
          </p:nvPr>
        </p:nvSpPr>
        <p:spPr>
          <a:xfrm>
            <a:off x="514350" y="1837775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36"/>
          <p:cNvSpPr txBox="1">
            <a:spLocks noGrp="1"/>
          </p:cNvSpPr>
          <p:nvPr>
            <p:ph type="body" idx="6"/>
          </p:nvPr>
        </p:nvSpPr>
        <p:spPr>
          <a:xfrm>
            <a:off x="514350" y="2659306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36"/>
          <p:cNvSpPr txBox="1">
            <a:spLocks noGrp="1"/>
          </p:cNvSpPr>
          <p:nvPr>
            <p:ph type="body" idx="7"/>
          </p:nvPr>
        </p:nvSpPr>
        <p:spPr>
          <a:xfrm>
            <a:off x="514350" y="3480837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8"/>
          </p:nvPr>
        </p:nvSpPr>
        <p:spPr>
          <a:xfrm>
            <a:off x="5188744" y="1837775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36"/>
          <p:cNvSpPr txBox="1">
            <a:spLocks noGrp="1"/>
          </p:cNvSpPr>
          <p:nvPr>
            <p:ph type="body" idx="9"/>
          </p:nvPr>
        </p:nvSpPr>
        <p:spPr>
          <a:xfrm>
            <a:off x="5188744" y="2659306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36"/>
          <p:cNvSpPr txBox="1">
            <a:spLocks noGrp="1"/>
          </p:cNvSpPr>
          <p:nvPr>
            <p:ph type="body" idx="13"/>
          </p:nvPr>
        </p:nvSpPr>
        <p:spPr>
          <a:xfrm>
            <a:off x="5188744" y="3480837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36"/>
          <p:cNvSpPr txBox="1">
            <a:spLocks noGrp="1"/>
          </p:cNvSpPr>
          <p:nvPr>
            <p:ph type="body" idx="14"/>
          </p:nvPr>
        </p:nvSpPr>
        <p:spPr>
          <a:xfrm rot="10800000" flipH="1">
            <a:off x="514186" y="2539154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36"/>
          <p:cNvSpPr txBox="1">
            <a:spLocks noGrp="1"/>
          </p:cNvSpPr>
          <p:nvPr>
            <p:ph type="body" idx="15"/>
          </p:nvPr>
        </p:nvSpPr>
        <p:spPr>
          <a:xfrm rot="10800000" flipH="1">
            <a:off x="514186" y="3360685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36"/>
          <p:cNvSpPr txBox="1">
            <a:spLocks noGrp="1"/>
          </p:cNvSpPr>
          <p:nvPr>
            <p:ph type="body" idx="16"/>
          </p:nvPr>
        </p:nvSpPr>
        <p:spPr>
          <a:xfrm rot="10800000" flipH="1">
            <a:off x="5188563" y="2539154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36"/>
          <p:cNvSpPr txBox="1">
            <a:spLocks noGrp="1"/>
          </p:cNvSpPr>
          <p:nvPr>
            <p:ph type="body" idx="17"/>
          </p:nvPr>
        </p:nvSpPr>
        <p:spPr>
          <a:xfrm rot="10800000" flipH="1">
            <a:off x="5188563" y="3360685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36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344" name="Google Shape;344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6"/>
          <p:cNvPicPr preferRelativeResize="0"/>
          <p:nvPr/>
        </p:nvPicPr>
        <p:blipFill rotWithShape="1">
          <a:blip r:embed="rId5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orange">
  <p:cSld name="From_To_orange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7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7"/>
          <p:cNvPicPr preferRelativeResize="0"/>
          <p:nvPr/>
        </p:nvPicPr>
        <p:blipFill rotWithShape="1">
          <a:blip r:embed="rId3">
            <a:alphaModFix/>
          </a:blip>
          <a:srcRect l="12633" t="14410" r="46637" b="4129"/>
          <a:stretch/>
        </p:blipFill>
        <p:spPr>
          <a:xfrm>
            <a:off x="4572000" y="0"/>
            <a:ext cx="4572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7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gradFill>
            <a:gsLst>
              <a:gs pos="0">
                <a:schemeClr val="accent3"/>
              </a:gs>
              <a:gs pos="5000">
                <a:schemeClr val="accent3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7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1" name="Google Shape;351;p37"/>
          <p:cNvSpPr txBox="1">
            <a:spLocks noGrp="1"/>
          </p:cNvSpPr>
          <p:nvPr>
            <p:ph type="body" idx="1"/>
          </p:nvPr>
        </p:nvSpPr>
        <p:spPr>
          <a:xfrm>
            <a:off x="514350" y="585482"/>
            <a:ext cx="3436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37"/>
          <p:cNvSpPr txBox="1">
            <a:spLocks noGrp="1"/>
          </p:cNvSpPr>
          <p:nvPr>
            <p:ph type="body" idx="2"/>
          </p:nvPr>
        </p:nvSpPr>
        <p:spPr>
          <a:xfrm>
            <a:off x="514349" y="316981"/>
            <a:ext cx="3436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37"/>
          <p:cNvSpPr txBox="1">
            <a:spLocks noGrp="1"/>
          </p:cNvSpPr>
          <p:nvPr>
            <p:ph type="body" idx="3"/>
          </p:nvPr>
        </p:nvSpPr>
        <p:spPr>
          <a:xfrm>
            <a:off x="5188743" y="585482"/>
            <a:ext cx="34122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37"/>
          <p:cNvSpPr txBox="1">
            <a:spLocks noGrp="1"/>
          </p:cNvSpPr>
          <p:nvPr>
            <p:ph type="body" idx="4"/>
          </p:nvPr>
        </p:nvSpPr>
        <p:spPr>
          <a:xfrm>
            <a:off x="5188742" y="316981"/>
            <a:ext cx="3412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37"/>
          <p:cNvSpPr txBox="1">
            <a:spLocks noGrp="1"/>
          </p:cNvSpPr>
          <p:nvPr>
            <p:ph type="body" idx="5"/>
          </p:nvPr>
        </p:nvSpPr>
        <p:spPr>
          <a:xfrm>
            <a:off x="514350" y="1837775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37"/>
          <p:cNvSpPr txBox="1">
            <a:spLocks noGrp="1"/>
          </p:cNvSpPr>
          <p:nvPr>
            <p:ph type="body" idx="6"/>
          </p:nvPr>
        </p:nvSpPr>
        <p:spPr>
          <a:xfrm>
            <a:off x="514350" y="2659306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37"/>
          <p:cNvSpPr txBox="1">
            <a:spLocks noGrp="1"/>
          </p:cNvSpPr>
          <p:nvPr>
            <p:ph type="body" idx="7"/>
          </p:nvPr>
        </p:nvSpPr>
        <p:spPr>
          <a:xfrm>
            <a:off x="514350" y="3480837"/>
            <a:ext cx="3436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8" name="Google Shape;358;p37"/>
          <p:cNvSpPr txBox="1">
            <a:spLocks noGrp="1"/>
          </p:cNvSpPr>
          <p:nvPr>
            <p:ph type="body" idx="8"/>
          </p:nvPr>
        </p:nvSpPr>
        <p:spPr>
          <a:xfrm>
            <a:off x="5188744" y="1837775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37"/>
          <p:cNvSpPr txBox="1">
            <a:spLocks noGrp="1"/>
          </p:cNvSpPr>
          <p:nvPr>
            <p:ph type="body" idx="9"/>
          </p:nvPr>
        </p:nvSpPr>
        <p:spPr>
          <a:xfrm>
            <a:off x="5188744" y="2659306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37"/>
          <p:cNvSpPr txBox="1">
            <a:spLocks noGrp="1"/>
          </p:cNvSpPr>
          <p:nvPr>
            <p:ph type="body" idx="13"/>
          </p:nvPr>
        </p:nvSpPr>
        <p:spPr>
          <a:xfrm>
            <a:off x="5188744" y="3480837"/>
            <a:ext cx="34122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37"/>
          <p:cNvSpPr txBox="1">
            <a:spLocks noGrp="1"/>
          </p:cNvSpPr>
          <p:nvPr>
            <p:ph type="body" idx="14"/>
          </p:nvPr>
        </p:nvSpPr>
        <p:spPr>
          <a:xfrm rot="10800000" flipH="1">
            <a:off x="514186" y="2539154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37"/>
          <p:cNvSpPr txBox="1">
            <a:spLocks noGrp="1"/>
          </p:cNvSpPr>
          <p:nvPr>
            <p:ph type="body" idx="15"/>
          </p:nvPr>
        </p:nvSpPr>
        <p:spPr>
          <a:xfrm rot="10800000" flipH="1">
            <a:off x="514186" y="3360685"/>
            <a:ext cx="3438600" cy="6900"/>
          </a:xfrm>
          <a:prstGeom prst="rect">
            <a:avLst/>
          </a:prstGeom>
          <a:solidFill>
            <a:srgbClr val="D4D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37"/>
          <p:cNvSpPr txBox="1">
            <a:spLocks noGrp="1"/>
          </p:cNvSpPr>
          <p:nvPr>
            <p:ph type="body" idx="16"/>
          </p:nvPr>
        </p:nvSpPr>
        <p:spPr>
          <a:xfrm rot="10800000" flipH="1">
            <a:off x="5188563" y="2539154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37"/>
          <p:cNvSpPr txBox="1">
            <a:spLocks noGrp="1"/>
          </p:cNvSpPr>
          <p:nvPr>
            <p:ph type="body" idx="17"/>
          </p:nvPr>
        </p:nvSpPr>
        <p:spPr>
          <a:xfrm rot="10800000" flipH="1">
            <a:off x="5188563" y="3360685"/>
            <a:ext cx="3414900" cy="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  <a:defRPr sz="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37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366" name="Google Shape;366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9566" y="4842539"/>
            <a:ext cx="786650" cy="19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7"/>
          <p:cNvPicPr preferRelativeResize="0"/>
          <p:nvPr/>
        </p:nvPicPr>
        <p:blipFill rotWithShape="1">
          <a:blip r:embed="rId5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. Blank slide" type="blank">
  <p:cSld name="BLANK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0" name="Google Shape;370;p38"/>
          <p:cNvSpPr txBox="1">
            <a:spLocks noGrp="1"/>
          </p:cNvSpPr>
          <p:nvPr>
            <p:ph type="title"/>
          </p:nvPr>
        </p:nvSpPr>
        <p:spPr>
          <a:xfrm>
            <a:off x="403650" y="363600"/>
            <a:ext cx="76008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38"/>
          <p:cNvSpPr txBox="1">
            <a:spLocks noGrp="1"/>
          </p:cNvSpPr>
          <p:nvPr>
            <p:ph type="title" idx="2"/>
          </p:nvPr>
        </p:nvSpPr>
        <p:spPr>
          <a:xfrm>
            <a:off x="403650" y="714716"/>
            <a:ext cx="76008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None/>
              <a:defRPr sz="2000" b="1" i="1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/Sub and Content">
  <p:cSld name="Title/Sub and Content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"/>
          <p:cNvSpPr txBox="1">
            <a:spLocks noGrp="1"/>
          </p:cNvSpPr>
          <p:nvPr>
            <p:ph type="body" idx="1"/>
          </p:nvPr>
        </p:nvSpPr>
        <p:spPr>
          <a:xfrm>
            <a:off x="397120" y="1354931"/>
            <a:ext cx="83541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39"/>
          <p:cNvSpPr txBox="1">
            <a:spLocks noGrp="1"/>
          </p:cNvSpPr>
          <p:nvPr>
            <p:ph type="subTitle" idx="2"/>
          </p:nvPr>
        </p:nvSpPr>
        <p:spPr>
          <a:xfrm>
            <a:off x="384450" y="821725"/>
            <a:ext cx="83757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Times New Roman"/>
              <a:buNone/>
              <a:defRPr sz="200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2pPr>
            <a:lvl3pPr marR="0" lvl="2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/>
            </a:lvl3pPr>
            <a:lvl4pPr marR="0" lvl="3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/>
            </a:lvl4pPr>
            <a:lvl5pPr marR="0" lvl="4" algn="l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/>
            </a:lvl5pPr>
            <a:lvl6pPr marR="0"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6pPr>
            <a:lvl7pPr marR="0"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7pPr>
            <a:lvl8pPr marR="0"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8pPr>
            <a:lvl9pPr marR="0"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9pPr>
          </a:lstStyle>
          <a:p>
            <a:endParaRPr/>
          </a:p>
        </p:txBody>
      </p:sp>
      <p:sp>
        <p:nvSpPr>
          <p:cNvPr id="375" name="Google Shape;375;p39"/>
          <p:cNvSpPr txBox="1">
            <a:spLocks noGrp="1"/>
          </p:cNvSpPr>
          <p:nvPr>
            <p:ph type="title"/>
          </p:nvPr>
        </p:nvSpPr>
        <p:spPr>
          <a:xfrm>
            <a:off x="384450" y="339325"/>
            <a:ext cx="7382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9"/>
          <p:cNvSpPr txBox="1">
            <a:spLocks noGrp="1"/>
          </p:cNvSpPr>
          <p:nvPr>
            <p:ph type="sldNum" idx="12"/>
          </p:nvPr>
        </p:nvSpPr>
        <p:spPr>
          <a:xfrm>
            <a:off x="397120" y="4742260"/>
            <a:ext cx="8354100" cy="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>
            <a:spLocks noGrp="1"/>
          </p:cNvSpPr>
          <p:nvPr>
            <p:ph type="title"/>
          </p:nvPr>
        </p:nvSpPr>
        <p:spPr>
          <a:xfrm>
            <a:off x="356616" y="171450"/>
            <a:ext cx="8435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40"/>
          <p:cNvSpPr txBox="1">
            <a:spLocks noGrp="1"/>
          </p:cNvSpPr>
          <p:nvPr>
            <p:ph type="ftr" idx="11"/>
          </p:nvPr>
        </p:nvSpPr>
        <p:spPr>
          <a:xfrm>
            <a:off x="1508760" y="4869180"/>
            <a:ext cx="61722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40"/>
          <p:cNvSpPr txBox="1">
            <a:spLocks noGrp="1"/>
          </p:cNvSpPr>
          <p:nvPr>
            <p:ph type="sldNum" idx="12"/>
          </p:nvPr>
        </p:nvSpPr>
        <p:spPr>
          <a:xfrm>
            <a:off x="8586216" y="4869180"/>
            <a:ext cx="2058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1" name="Google Shape;38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6616" y="4786884"/>
            <a:ext cx="959882" cy="2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>
              <a:spcBef>
                <a:spcPts val="50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>
              <a:spcBef>
                <a:spcPts val="50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31750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6" name="Google Shape;386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6616" y="4787119"/>
            <a:ext cx="960119" cy="245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5">
  <p:cSld name="Subdivider_green_1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2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0" name="Google Shape;390;p42"/>
          <p:cNvSpPr txBox="1">
            <a:spLocks noGrp="1"/>
          </p:cNvSpPr>
          <p:nvPr>
            <p:ph type="title"/>
          </p:nvPr>
        </p:nvSpPr>
        <p:spPr>
          <a:xfrm>
            <a:off x="521492" y="1866305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42"/>
          <p:cNvSpPr/>
          <p:nvPr/>
        </p:nvSpPr>
        <p:spPr>
          <a:xfrm>
            <a:off x="7959972" y="4842816"/>
            <a:ext cx="787196" cy="192514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2">
  <p:cSld name="Title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" y="8"/>
            <a:ext cx="91774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3"/>
          <p:cNvSpPr txBox="1">
            <a:spLocks noGrp="1"/>
          </p:cNvSpPr>
          <p:nvPr>
            <p:ph type="ctrTitle"/>
          </p:nvPr>
        </p:nvSpPr>
        <p:spPr>
          <a:xfrm>
            <a:off x="356616" y="1131570"/>
            <a:ext cx="8435400" cy="14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43"/>
          <p:cNvSpPr txBox="1">
            <a:spLocks noGrp="1"/>
          </p:cNvSpPr>
          <p:nvPr>
            <p:ph type="subTitle" idx="1"/>
          </p:nvPr>
        </p:nvSpPr>
        <p:spPr>
          <a:xfrm>
            <a:off x="356616" y="2674620"/>
            <a:ext cx="84354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3">
  <p:cSld name="Subdivider_pink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4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9" name="Google Shape;399;p44"/>
          <p:cNvSpPr txBox="1">
            <a:spLocks noGrp="1"/>
          </p:cNvSpPr>
          <p:nvPr>
            <p:ph type="title"/>
          </p:nvPr>
        </p:nvSpPr>
        <p:spPr>
          <a:xfrm>
            <a:off x="521492" y="1866305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44"/>
          <p:cNvSpPr/>
          <p:nvPr/>
        </p:nvSpPr>
        <p:spPr>
          <a:xfrm>
            <a:off x="7959972" y="4842816"/>
            <a:ext cx="787196" cy="192514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">
  <p:cSld name="Content 1/3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/>
          <p:nvPr/>
        </p:nvSpPr>
        <p:spPr>
          <a:xfrm>
            <a:off x="0" y="0"/>
            <a:ext cx="3120600" cy="5143500"/>
          </a:xfrm>
          <a:prstGeom prst="rect">
            <a:avLst/>
          </a:prstGeom>
          <a:gradFill>
            <a:gsLst>
              <a:gs pos="0">
                <a:srgbClr val="4F00FF"/>
              </a:gs>
              <a:gs pos="5000">
                <a:srgbClr val="4F00FF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45"/>
          <p:cNvSpPr txBox="1">
            <a:spLocks noGrp="1"/>
          </p:cNvSpPr>
          <p:nvPr>
            <p:ph type="title"/>
          </p:nvPr>
        </p:nvSpPr>
        <p:spPr>
          <a:xfrm>
            <a:off x="514350" y="233363"/>
            <a:ext cx="20667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45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45"/>
          <p:cNvSpPr txBox="1">
            <a:spLocks noGrp="1"/>
          </p:cNvSpPr>
          <p:nvPr>
            <p:ph type="sldNum" idx="12"/>
          </p:nvPr>
        </p:nvSpPr>
        <p:spPr>
          <a:xfrm>
            <a:off x="8931402" y="4881350"/>
            <a:ext cx="212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6" name="Google Shape;406;p45"/>
          <p:cNvSpPr txBox="1">
            <a:spLocks noGrp="1"/>
          </p:cNvSpPr>
          <p:nvPr>
            <p:ph type="body" idx="1"/>
          </p:nvPr>
        </p:nvSpPr>
        <p:spPr>
          <a:xfrm>
            <a:off x="514350" y="1265942"/>
            <a:ext cx="2066700" cy="3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371600" lvl="2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3pPr>
            <a:lvl4pPr marL="1828800" lvl="3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4pPr>
            <a:lvl5pPr marL="2286000" lvl="4" indent="-228600" algn="ctr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7" name="Google Shape;407;p45"/>
          <p:cNvSpPr txBox="1">
            <a:spLocks noGrp="1"/>
          </p:cNvSpPr>
          <p:nvPr>
            <p:ph type="body" idx="2"/>
          </p:nvPr>
        </p:nvSpPr>
        <p:spPr>
          <a:xfrm>
            <a:off x="3539217" y="601394"/>
            <a:ext cx="5604900" cy="3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408" name="Google Shape;40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6">
  <p:cSld name="Subdivider_orange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6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2" name="Google Shape;412;p46"/>
          <p:cNvSpPr txBox="1">
            <a:spLocks noGrp="1"/>
          </p:cNvSpPr>
          <p:nvPr>
            <p:ph type="title"/>
          </p:nvPr>
        </p:nvSpPr>
        <p:spPr>
          <a:xfrm>
            <a:off x="521492" y="1866305"/>
            <a:ext cx="8096100" cy="14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sz="41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6"/>
          <p:cNvSpPr/>
          <p:nvPr/>
        </p:nvSpPr>
        <p:spPr>
          <a:xfrm>
            <a:off x="7959972" y="4842816"/>
            <a:ext cx="787196" cy="192514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pic>
          <p:nvPicPr>
            <p:cNvPr id="7" name="Google Shape;7;p1"/>
            <p:cNvPicPr preferRelativeResize="0"/>
            <p:nvPr/>
          </p:nvPicPr>
          <p:blipFill rotWithShape="1">
            <a:blip r:embed="rId47">
              <a:alphaModFix amt="4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521492" y="268356"/>
            <a:ext cx="80961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None/>
              <a:defRPr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21494" y="1070372"/>
            <a:ext cx="8096100" cy="3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521494" y="4881350"/>
            <a:ext cx="8096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883396" y="4881350"/>
            <a:ext cx="260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7938475" y="4838252"/>
            <a:ext cx="811931" cy="20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49">
            <a:alphaModFix/>
          </a:blip>
          <a:srcRect l="615" t="4711" r="1728" b="16477"/>
          <a:stretch/>
        </p:blipFill>
        <p:spPr>
          <a:xfrm>
            <a:off x="1725627" y="-898217"/>
            <a:ext cx="5692747" cy="44303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29">
          <p15:clr>
            <a:srgbClr val="F26B43"/>
          </p15:clr>
        </p15:guide>
        <p15:guide id="2" pos="672">
          <p15:clr>
            <a:srgbClr val="F26B43"/>
          </p15:clr>
        </p15:guide>
        <p15:guide id="3" pos="1105">
          <p15:clr>
            <a:srgbClr val="F26B43"/>
          </p15:clr>
        </p15:guide>
        <p15:guide id="4" pos="761">
          <p15:clr>
            <a:srgbClr val="F26B43"/>
          </p15:clr>
        </p15:guide>
        <p15:guide id="5" pos="1539">
          <p15:clr>
            <a:srgbClr val="F26B43"/>
          </p15:clr>
        </p15:guide>
        <p15:guide id="6" pos="1626">
          <p15:clr>
            <a:srgbClr val="F26B43"/>
          </p15:clr>
        </p15:guide>
        <p15:guide id="7" pos="1970">
          <p15:clr>
            <a:srgbClr val="F26B43"/>
          </p15:clr>
        </p15:guide>
        <p15:guide id="8" pos="2059">
          <p15:clr>
            <a:srgbClr val="F26B43"/>
          </p15:clr>
        </p15:guide>
        <p15:guide id="9" pos="2401">
          <p15:clr>
            <a:srgbClr val="F26B43"/>
          </p15:clr>
        </p15:guide>
        <p15:guide id="10" pos="2489">
          <p15:clr>
            <a:srgbClr val="F26B43"/>
          </p15:clr>
        </p15:guide>
        <p15:guide id="11" pos="2833">
          <p15:clr>
            <a:srgbClr val="F26B43"/>
          </p15:clr>
        </p15:guide>
        <p15:guide id="12" pos="3264">
          <p15:clr>
            <a:srgbClr val="F26B43"/>
          </p15:clr>
        </p15:guide>
        <p15:guide id="13" pos="3357">
          <p15:clr>
            <a:srgbClr val="F26B43"/>
          </p15:clr>
        </p15:guide>
        <p15:guide id="14" pos="3787">
          <p15:clr>
            <a:srgbClr val="F26B43"/>
          </p15:clr>
        </p15:guide>
        <p15:guide id="15" pos="3697">
          <p15:clr>
            <a:srgbClr val="F26B43"/>
          </p15:clr>
        </p15:guide>
        <p15:guide id="16" pos="4133">
          <p15:clr>
            <a:srgbClr val="F26B43"/>
          </p15:clr>
        </p15:guide>
        <p15:guide id="17" pos="4563">
          <p15:clr>
            <a:srgbClr val="F26B43"/>
          </p15:clr>
        </p15:guide>
        <p15:guide id="18" pos="4223">
          <p15:clr>
            <a:srgbClr val="F26B43"/>
          </p15:clr>
        </p15:guide>
        <p15:guide id="19" pos="4653">
          <p15:clr>
            <a:srgbClr val="F26B43"/>
          </p15:clr>
        </p15:guide>
        <p15:guide id="20" pos="5088">
          <p15:clr>
            <a:srgbClr val="F26B43"/>
          </p15:clr>
        </p15:guide>
        <p15:guide id="21" pos="4995">
          <p15:clr>
            <a:srgbClr val="F26B43"/>
          </p15:clr>
        </p15:guide>
        <p15:guide id="22" pos="5428">
          <p15:clr>
            <a:srgbClr val="F26B43"/>
          </p15:clr>
        </p15:guide>
        <p15:guide id="23" orient="horz" pos="674">
          <p15:clr>
            <a:srgbClr val="F26B43"/>
          </p15:clr>
        </p15:guide>
        <p15:guide id="24" orient="horz" pos="1076">
          <p15:clr>
            <a:srgbClr val="F26B43"/>
          </p15:clr>
        </p15:guide>
        <p15:guide id="25" orient="horz" pos="1169">
          <p15:clr>
            <a:srgbClr val="F26B43"/>
          </p15:clr>
        </p15:guide>
        <p15:guide id="26" orient="horz" pos="1566">
          <p15:clr>
            <a:srgbClr val="F26B43"/>
          </p15:clr>
        </p15:guide>
        <p15:guide id="27" orient="horz" pos="1665">
          <p15:clr>
            <a:srgbClr val="F26B43"/>
          </p15:clr>
        </p15:guide>
        <p15:guide id="28" orient="horz" pos="2156">
          <p15:clr>
            <a:srgbClr val="F26B43"/>
          </p15:clr>
        </p15:guide>
        <p15:guide id="29" orient="horz" pos="2562">
          <p15:clr>
            <a:srgbClr val="F26B43"/>
          </p15:clr>
        </p15:guide>
        <p15:guide id="30" orient="horz" pos="2651">
          <p15:clr>
            <a:srgbClr val="F26B43"/>
          </p15:clr>
        </p15:guide>
        <p15:guide id="31" pos="2924">
          <p15:clr>
            <a:srgbClr val="FBAE40"/>
          </p15:clr>
        </p15:guide>
        <p15:guide id="32" orient="horz" pos="1620">
          <p15:clr>
            <a:srgbClr val="FBAE40"/>
          </p15:clr>
        </p15:guide>
        <p15:guide id="33" orient="horz" pos="2965">
          <p15:clr>
            <a:srgbClr val="A4A3A4"/>
          </p15:clr>
        </p15:guide>
        <p15:guide id="34" pos="1194">
          <p15:clr>
            <a:srgbClr val="F26B43"/>
          </p15:clr>
        </p15:guide>
        <p15:guide id="35" orient="horz" pos="3061">
          <p15:clr>
            <a:srgbClr val="F26B43"/>
          </p15:clr>
        </p15:guide>
        <p15:guide id="36" orient="horz" pos="2071">
          <p15:clr>
            <a:srgbClr val="F26B43"/>
          </p15:clr>
        </p15:guide>
        <p15:guide id="37" orient="horz" pos="180">
          <p15:clr>
            <a:srgbClr val="F26B43"/>
          </p15:clr>
        </p15:guide>
        <p15:guide id="38" orient="horz" pos="5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47"/>
          <p:cNvGrpSpPr/>
          <p:nvPr/>
        </p:nvGrpSpPr>
        <p:grpSpPr>
          <a:xfrm>
            <a:off x="875188" y="285751"/>
            <a:ext cx="8040375" cy="666675"/>
            <a:chOff x="1166917" y="381001"/>
            <a:chExt cx="10720500" cy="888900"/>
          </a:xfrm>
        </p:grpSpPr>
        <p:sp>
          <p:nvSpPr>
            <p:cNvPr id="419" name="Google Shape;419;p47"/>
            <p:cNvSpPr/>
            <p:nvPr/>
          </p:nvSpPr>
          <p:spPr>
            <a:xfrm>
              <a:off x="1166917" y="381001"/>
              <a:ext cx="10720500" cy="888900"/>
            </a:xfrm>
            <a:prstGeom prst="round2SameRect">
              <a:avLst>
                <a:gd name="adj1" fmla="val 0"/>
                <a:gd name="adj2" fmla="val 3112"/>
              </a:avLst>
            </a:prstGeom>
            <a:solidFill>
              <a:schemeClr val="lt1"/>
            </a:solidFill>
            <a:ln>
              <a:noFill/>
            </a:ln>
            <a:effectLst>
              <a:outerShdw blurRad="101600" dist="50800" dir="5400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ts val="100"/>
                <a:buFont typeface="Roboto"/>
                <a:buNone/>
              </a:pPr>
              <a:endParaRPr sz="100" b="1" i="0" u="none" strike="noStrike" cap="none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20" name="Google Shape;420;p47"/>
            <p:cNvGrpSpPr/>
            <p:nvPr/>
          </p:nvGrpSpPr>
          <p:grpSpPr>
            <a:xfrm>
              <a:off x="1350217" y="478279"/>
              <a:ext cx="10395933" cy="664853"/>
              <a:chOff x="1350217" y="478279"/>
              <a:chExt cx="10395933" cy="664853"/>
            </a:xfrm>
          </p:grpSpPr>
          <p:sp>
            <p:nvSpPr>
              <p:cNvPr id="421" name="Google Shape;421;p47"/>
              <p:cNvSpPr txBox="1"/>
              <p:nvPr/>
            </p:nvSpPr>
            <p:spPr>
              <a:xfrm>
                <a:off x="1350217" y="478279"/>
                <a:ext cx="10395900" cy="23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pt-BR" b="1" dirty="0">
                    <a:latin typeface="Roboto"/>
                    <a:ea typeface="Roboto"/>
                    <a:cs typeface="Roboto"/>
                    <a:sym typeface="Roboto"/>
                  </a:rPr>
                  <a:t>[</a:t>
                </a:r>
                <a:r>
                  <a:rPr lang="pt-BR" b="1" dirty="0" err="1">
                    <a:latin typeface="Roboto"/>
                    <a:ea typeface="Roboto"/>
                    <a:cs typeface="Roboto"/>
                    <a:sym typeface="Roboto"/>
                  </a:rPr>
                  <a:t>Title</a:t>
                </a:r>
                <a:r>
                  <a:rPr lang="pt-BR" b="1" dirty="0">
                    <a:latin typeface="Roboto"/>
                    <a:ea typeface="Roboto"/>
                    <a:cs typeface="Roboto"/>
                    <a:sym typeface="Roboto"/>
                  </a:rPr>
                  <a:t>]</a:t>
                </a:r>
                <a:endParaRPr sz="1500" b="1" i="0" u="none" strike="noStrike" cap="none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2" name="Google Shape;422;p47"/>
              <p:cNvSpPr txBox="1"/>
              <p:nvPr/>
            </p:nvSpPr>
            <p:spPr>
              <a:xfrm>
                <a:off x="1394950" y="804433"/>
                <a:ext cx="10351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pt-BR" sz="800" i="1" dirty="0">
                    <a:latin typeface="Roboto"/>
                    <a:ea typeface="Roboto"/>
                    <a:cs typeface="Roboto"/>
                    <a:sym typeface="Roboto"/>
                  </a:rPr>
                  <a:t>[</a:t>
                </a:r>
                <a:r>
                  <a:rPr lang="pt-BR" sz="800" i="1" dirty="0" err="1">
                    <a:latin typeface="Roboto"/>
                    <a:ea typeface="Roboto"/>
                    <a:cs typeface="Roboto"/>
                    <a:sym typeface="Roboto"/>
                  </a:rPr>
                  <a:t>Description</a:t>
                </a:r>
                <a:r>
                  <a:rPr lang="pt-BR" sz="800" i="1" dirty="0">
                    <a:latin typeface="Roboto"/>
                    <a:ea typeface="Roboto"/>
                    <a:cs typeface="Roboto"/>
                    <a:sym typeface="Roboto"/>
                  </a:rPr>
                  <a:t>]</a:t>
                </a:r>
                <a:endParaRPr sz="800" b="1" i="1" u="none" strike="noStrike" cap="none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423" name="Google Shape;423;p47"/>
          <p:cNvSpPr/>
          <p:nvPr/>
        </p:nvSpPr>
        <p:spPr>
          <a:xfrm>
            <a:off x="3623748" y="1014497"/>
            <a:ext cx="2593200" cy="8277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3624611" y="1023521"/>
            <a:ext cx="2592300" cy="68700"/>
          </a:xfrm>
          <a:prstGeom prst="rect">
            <a:avLst/>
          </a:prstGeom>
          <a:gradFill>
            <a:gsLst>
              <a:gs pos="0">
                <a:srgbClr val="4F00FF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endParaRPr sz="14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47"/>
          <p:cNvSpPr/>
          <p:nvPr/>
        </p:nvSpPr>
        <p:spPr>
          <a:xfrm>
            <a:off x="6361590" y="1023522"/>
            <a:ext cx="2593200" cy="8277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47"/>
          <p:cNvSpPr/>
          <p:nvPr/>
        </p:nvSpPr>
        <p:spPr>
          <a:xfrm>
            <a:off x="6362452" y="1023521"/>
            <a:ext cx="2592300" cy="68700"/>
          </a:xfrm>
          <a:prstGeom prst="rect">
            <a:avLst/>
          </a:prstGeom>
          <a:gradFill>
            <a:gsLst>
              <a:gs pos="0">
                <a:srgbClr val="4F00FF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47"/>
          <p:cNvSpPr/>
          <p:nvPr/>
        </p:nvSpPr>
        <p:spPr>
          <a:xfrm>
            <a:off x="875188" y="1023522"/>
            <a:ext cx="2593200" cy="8277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47"/>
          <p:cNvSpPr/>
          <p:nvPr/>
        </p:nvSpPr>
        <p:spPr>
          <a:xfrm>
            <a:off x="876052" y="1023521"/>
            <a:ext cx="2592300" cy="68700"/>
          </a:xfrm>
          <a:prstGeom prst="rect">
            <a:avLst/>
          </a:prstGeom>
          <a:gradFill>
            <a:gsLst>
              <a:gs pos="0">
                <a:srgbClr val="4F00FF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47"/>
          <p:cNvSpPr/>
          <p:nvPr/>
        </p:nvSpPr>
        <p:spPr>
          <a:xfrm>
            <a:off x="875600" y="1904270"/>
            <a:ext cx="2593200" cy="11568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47"/>
          <p:cNvSpPr/>
          <p:nvPr/>
        </p:nvSpPr>
        <p:spPr>
          <a:xfrm>
            <a:off x="3624157" y="1904270"/>
            <a:ext cx="2593200" cy="11568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47"/>
          <p:cNvSpPr/>
          <p:nvPr/>
        </p:nvSpPr>
        <p:spPr>
          <a:xfrm>
            <a:off x="6372713" y="1904270"/>
            <a:ext cx="2593200" cy="11568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47"/>
          <p:cNvSpPr/>
          <p:nvPr/>
        </p:nvSpPr>
        <p:spPr>
          <a:xfrm>
            <a:off x="875600" y="3176587"/>
            <a:ext cx="2593200" cy="15657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47"/>
          <p:cNvSpPr/>
          <p:nvPr/>
        </p:nvSpPr>
        <p:spPr>
          <a:xfrm>
            <a:off x="3624157" y="3176587"/>
            <a:ext cx="2593200" cy="15657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47"/>
          <p:cNvSpPr/>
          <p:nvPr/>
        </p:nvSpPr>
        <p:spPr>
          <a:xfrm>
            <a:off x="6372713" y="3176587"/>
            <a:ext cx="2593200" cy="1565700"/>
          </a:xfrm>
          <a:prstGeom prst="round2SameRect">
            <a:avLst>
              <a:gd name="adj1" fmla="val 0"/>
              <a:gd name="adj2" fmla="val 311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"/>
              <a:buFont typeface="Roboto"/>
              <a:buNone/>
            </a:pPr>
            <a:endParaRPr sz="100" b="1" i="0" u="none" strike="noStrike" cap="none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5" name="Google Shape;435;p47"/>
          <p:cNvGrpSpPr/>
          <p:nvPr/>
        </p:nvGrpSpPr>
        <p:grpSpPr>
          <a:xfrm>
            <a:off x="-42435" y="1142088"/>
            <a:ext cx="865125" cy="590568"/>
            <a:chOff x="-13" y="1497218"/>
            <a:chExt cx="1153500" cy="787424"/>
          </a:xfrm>
        </p:grpSpPr>
        <p:sp>
          <p:nvSpPr>
            <p:cNvPr id="436" name="Google Shape;436;p47"/>
            <p:cNvSpPr txBox="1"/>
            <p:nvPr/>
          </p:nvSpPr>
          <p:spPr>
            <a:xfrm>
              <a:off x="-13" y="1995442"/>
              <a:ext cx="1153500" cy="28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lang="pt-BR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Business Objectives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437" name="Google Shape;437;p47"/>
            <p:cNvSpPr/>
            <p:nvPr/>
          </p:nvSpPr>
          <p:spPr>
            <a:xfrm>
              <a:off x="372652" y="1497218"/>
              <a:ext cx="408051" cy="398050"/>
            </a:xfrm>
            <a:custGeom>
              <a:avLst/>
              <a:gdLst/>
              <a:ahLst/>
              <a:cxnLst/>
              <a:rect l="l" t="t" r="r" b="b"/>
              <a:pathLst>
                <a:path w="800100" h="800100" extrusionOk="0">
                  <a:moveTo>
                    <a:pt x="762000" y="628650"/>
                  </a:moveTo>
                  <a:lnTo>
                    <a:pt x="800100" y="628650"/>
                  </a:lnTo>
                  <a:lnTo>
                    <a:pt x="800100" y="800100"/>
                  </a:lnTo>
                  <a:lnTo>
                    <a:pt x="628650" y="800100"/>
                  </a:lnTo>
                  <a:lnTo>
                    <a:pt x="628650" y="762000"/>
                  </a:lnTo>
                  <a:lnTo>
                    <a:pt x="762000" y="762000"/>
                  </a:lnTo>
                  <a:close/>
                  <a:moveTo>
                    <a:pt x="0" y="628650"/>
                  </a:moveTo>
                  <a:lnTo>
                    <a:pt x="38100" y="628650"/>
                  </a:lnTo>
                  <a:lnTo>
                    <a:pt x="38100" y="762000"/>
                  </a:lnTo>
                  <a:lnTo>
                    <a:pt x="171450" y="762000"/>
                  </a:lnTo>
                  <a:lnTo>
                    <a:pt x="171450" y="800100"/>
                  </a:lnTo>
                  <a:lnTo>
                    <a:pt x="0" y="800100"/>
                  </a:lnTo>
                  <a:close/>
                  <a:moveTo>
                    <a:pt x="400050" y="304800"/>
                  </a:moveTo>
                  <a:cubicBezTo>
                    <a:pt x="347663" y="304800"/>
                    <a:pt x="304800" y="347663"/>
                    <a:pt x="304800" y="400050"/>
                  </a:cubicBezTo>
                  <a:cubicBezTo>
                    <a:pt x="304800" y="452438"/>
                    <a:pt x="347663" y="495300"/>
                    <a:pt x="400050" y="495300"/>
                  </a:cubicBezTo>
                  <a:cubicBezTo>
                    <a:pt x="452438" y="495300"/>
                    <a:pt x="495300" y="452438"/>
                    <a:pt x="495300" y="400050"/>
                  </a:cubicBezTo>
                  <a:cubicBezTo>
                    <a:pt x="495300" y="347663"/>
                    <a:pt x="452438" y="304800"/>
                    <a:pt x="400050" y="304800"/>
                  </a:cubicBezTo>
                  <a:close/>
                  <a:moveTo>
                    <a:pt x="400050" y="266700"/>
                  </a:moveTo>
                  <a:cubicBezTo>
                    <a:pt x="473393" y="266700"/>
                    <a:pt x="533400" y="326707"/>
                    <a:pt x="533400" y="400050"/>
                  </a:cubicBezTo>
                  <a:cubicBezTo>
                    <a:pt x="533400" y="473393"/>
                    <a:pt x="473393" y="533400"/>
                    <a:pt x="400050" y="533400"/>
                  </a:cubicBezTo>
                  <a:cubicBezTo>
                    <a:pt x="326707" y="533400"/>
                    <a:pt x="266700" y="473393"/>
                    <a:pt x="266700" y="400050"/>
                  </a:cubicBezTo>
                  <a:cubicBezTo>
                    <a:pt x="266700" y="326707"/>
                    <a:pt x="326707" y="266700"/>
                    <a:pt x="400050" y="266700"/>
                  </a:cubicBezTo>
                  <a:close/>
                  <a:moveTo>
                    <a:pt x="400050" y="190500"/>
                  </a:moveTo>
                  <a:cubicBezTo>
                    <a:pt x="284321" y="190500"/>
                    <a:pt x="190500" y="284321"/>
                    <a:pt x="190500" y="400050"/>
                  </a:cubicBezTo>
                  <a:cubicBezTo>
                    <a:pt x="190500" y="515779"/>
                    <a:pt x="284321" y="609600"/>
                    <a:pt x="400050" y="609600"/>
                  </a:cubicBezTo>
                  <a:cubicBezTo>
                    <a:pt x="515779" y="609600"/>
                    <a:pt x="609600" y="515779"/>
                    <a:pt x="609600" y="400050"/>
                  </a:cubicBezTo>
                  <a:cubicBezTo>
                    <a:pt x="609600" y="284321"/>
                    <a:pt x="515779" y="190500"/>
                    <a:pt x="400050" y="190500"/>
                  </a:cubicBezTo>
                  <a:close/>
                  <a:moveTo>
                    <a:pt x="381000" y="57150"/>
                  </a:moveTo>
                  <a:lnTo>
                    <a:pt x="419100" y="57150"/>
                  </a:lnTo>
                  <a:lnTo>
                    <a:pt x="419100" y="154323"/>
                  </a:lnTo>
                  <a:lnTo>
                    <a:pt x="449934" y="157435"/>
                  </a:lnTo>
                  <a:cubicBezTo>
                    <a:pt x="546626" y="177242"/>
                    <a:pt x="622858" y="253474"/>
                    <a:pt x="642665" y="350165"/>
                  </a:cubicBezTo>
                  <a:lnTo>
                    <a:pt x="645777" y="381000"/>
                  </a:lnTo>
                  <a:lnTo>
                    <a:pt x="742950" y="381000"/>
                  </a:lnTo>
                  <a:lnTo>
                    <a:pt x="742950" y="419100"/>
                  </a:lnTo>
                  <a:lnTo>
                    <a:pt x="645777" y="419100"/>
                  </a:lnTo>
                  <a:lnTo>
                    <a:pt x="642665" y="449935"/>
                  </a:lnTo>
                  <a:cubicBezTo>
                    <a:pt x="622445" y="548641"/>
                    <a:pt x="543425" y="626025"/>
                    <a:pt x="443865" y="643829"/>
                  </a:cubicBezTo>
                  <a:lnTo>
                    <a:pt x="419100" y="646017"/>
                  </a:lnTo>
                  <a:lnTo>
                    <a:pt x="419100" y="742950"/>
                  </a:lnTo>
                  <a:lnTo>
                    <a:pt x="381000" y="742950"/>
                  </a:lnTo>
                  <a:lnTo>
                    <a:pt x="381000" y="646017"/>
                  </a:lnTo>
                  <a:lnTo>
                    <a:pt x="356235" y="643829"/>
                  </a:lnTo>
                  <a:cubicBezTo>
                    <a:pt x="256674" y="626025"/>
                    <a:pt x="177655" y="548641"/>
                    <a:pt x="157435" y="449935"/>
                  </a:cubicBezTo>
                  <a:lnTo>
                    <a:pt x="154323" y="419100"/>
                  </a:lnTo>
                  <a:lnTo>
                    <a:pt x="57150" y="419100"/>
                  </a:lnTo>
                  <a:lnTo>
                    <a:pt x="57150" y="381000"/>
                  </a:lnTo>
                  <a:lnTo>
                    <a:pt x="155765" y="381000"/>
                  </a:lnTo>
                  <a:lnTo>
                    <a:pt x="167437" y="314935"/>
                  </a:lnTo>
                  <a:cubicBezTo>
                    <a:pt x="196620" y="235297"/>
                    <a:pt x="265560" y="174766"/>
                    <a:pt x="350165" y="157435"/>
                  </a:cubicBezTo>
                  <a:lnTo>
                    <a:pt x="381000" y="154323"/>
                  </a:lnTo>
                  <a:close/>
                  <a:moveTo>
                    <a:pt x="628650" y="0"/>
                  </a:moveTo>
                  <a:lnTo>
                    <a:pt x="800100" y="0"/>
                  </a:lnTo>
                  <a:lnTo>
                    <a:pt x="800100" y="171450"/>
                  </a:lnTo>
                  <a:lnTo>
                    <a:pt x="762000" y="171450"/>
                  </a:lnTo>
                  <a:lnTo>
                    <a:pt x="762000" y="38100"/>
                  </a:lnTo>
                  <a:lnTo>
                    <a:pt x="628650" y="38100"/>
                  </a:lnTo>
                  <a:close/>
                  <a:moveTo>
                    <a:pt x="0" y="0"/>
                  </a:moveTo>
                  <a:lnTo>
                    <a:pt x="171450" y="0"/>
                  </a:lnTo>
                  <a:lnTo>
                    <a:pt x="171450" y="38100"/>
                  </a:lnTo>
                  <a:lnTo>
                    <a:pt x="38100" y="38100"/>
                  </a:lnTo>
                  <a:lnTo>
                    <a:pt x="38100" y="171450"/>
                  </a:lnTo>
                  <a:lnTo>
                    <a:pt x="0" y="171450"/>
                  </a:lnTo>
                  <a:close/>
                </a:path>
              </a:pathLst>
            </a:custGeom>
            <a:gradFill>
              <a:gsLst>
                <a:gs pos="0">
                  <a:srgbClr val="4F00FF"/>
                </a:gs>
                <a:gs pos="5000">
                  <a:srgbClr val="4F00FF"/>
                </a:gs>
                <a:gs pos="100000">
                  <a:schemeClr val="accent6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8" name="Google Shape;438;p47"/>
          <p:cNvGrpSpPr/>
          <p:nvPr/>
        </p:nvGrpSpPr>
        <p:grpSpPr>
          <a:xfrm>
            <a:off x="-42425" y="3489723"/>
            <a:ext cx="865125" cy="600602"/>
            <a:chOff x="0" y="4946080"/>
            <a:chExt cx="1153500" cy="800803"/>
          </a:xfrm>
        </p:grpSpPr>
        <p:sp>
          <p:nvSpPr>
            <p:cNvPr id="439" name="Google Shape;439;p47"/>
            <p:cNvSpPr txBox="1"/>
            <p:nvPr/>
          </p:nvSpPr>
          <p:spPr>
            <a:xfrm>
              <a:off x="0" y="5457683"/>
              <a:ext cx="1153500" cy="28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lang="pt-BR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Key Activities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440" name="Google Shape;440;p47"/>
            <p:cNvSpPr/>
            <p:nvPr/>
          </p:nvSpPr>
          <p:spPr>
            <a:xfrm>
              <a:off x="416651" y="4946080"/>
              <a:ext cx="347199" cy="424815"/>
            </a:xfrm>
            <a:custGeom>
              <a:avLst/>
              <a:gdLst/>
              <a:ahLst/>
              <a:cxnLst/>
              <a:rect l="l" t="t" r="r" b="b"/>
              <a:pathLst>
                <a:path w="690944" h="762000" extrusionOk="0">
                  <a:moveTo>
                    <a:pt x="36576" y="571500"/>
                  </a:moveTo>
                  <a:lnTo>
                    <a:pt x="74676" y="571500"/>
                  </a:lnTo>
                  <a:lnTo>
                    <a:pt x="74676" y="723900"/>
                  </a:lnTo>
                  <a:lnTo>
                    <a:pt x="608457" y="723900"/>
                  </a:lnTo>
                  <a:lnTo>
                    <a:pt x="608457" y="571500"/>
                  </a:lnTo>
                  <a:lnTo>
                    <a:pt x="646557" y="571500"/>
                  </a:lnTo>
                  <a:lnTo>
                    <a:pt x="646557" y="762000"/>
                  </a:lnTo>
                  <a:lnTo>
                    <a:pt x="36576" y="762000"/>
                  </a:lnTo>
                  <a:close/>
                  <a:moveTo>
                    <a:pt x="595122" y="361378"/>
                  </a:moveTo>
                  <a:lnTo>
                    <a:pt x="690944" y="457200"/>
                  </a:lnTo>
                  <a:lnTo>
                    <a:pt x="595122" y="553021"/>
                  </a:lnTo>
                  <a:lnTo>
                    <a:pt x="568262" y="525970"/>
                  </a:lnTo>
                  <a:lnTo>
                    <a:pt x="617982" y="476250"/>
                  </a:lnTo>
                  <a:lnTo>
                    <a:pt x="247650" y="476250"/>
                  </a:lnTo>
                  <a:lnTo>
                    <a:pt x="247650" y="438150"/>
                  </a:lnTo>
                  <a:lnTo>
                    <a:pt x="617982" y="438150"/>
                  </a:lnTo>
                  <a:lnTo>
                    <a:pt x="568262" y="388429"/>
                  </a:lnTo>
                  <a:close/>
                  <a:moveTo>
                    <a:pt x="347472" y="204216"/>
                  </a:moveTo>
                  <a:lnTo>
                    <a:pt x="443294" y="300037"/>
                  </a:lnTo>
                  <a:lnTo>
                    <a:pt x="347472" y="395859"/>
                  </a:lnTo>
                  <a:lnTo>
                    <a:pt x="320612" y="368808"/>
                  </a:lnTo>
                  <a:lnTo>
                    <a:pt x="370332" y="319087"/>
                  </a:lnTo>
                  <a:lnTo>
                    <a:pt x="0" y="319087"/>
                  </a:lnTo>
                  <a:lnTo>
                    <a:pt x="0" y="280987"/>
                  </a:lnTo>
                  <a:lnTo>
                    <a:pt x="370332" y="280987"/>
                  </a:lnTo>
                  <a:lnTo>
                    <a:pt x="320612" y="231267"/>
                  </a:lnTo>
                  <a:close/>
                  <a:moveTo>
                    <a:pt x="36576" y="0"/>
                  </a:moveTo>
                  <a:lnTo>
                    <a:pt x="646557" y="0"/>
                  </a:lnTo>
                  <a:lnTo>
                    <a:pt x="646557" y="190500"/>
                  </a:lnTo>
                  <a:lnTo>
                    <a:pt x="608457" y="190500"/>
                  </a:lnTo>
                  <a:lnTo>
                    <a:pt x="608457" y="38100"/>
                  </a:lnTo>
                  <a:lnTo>
                    <a:pt x="74676" y="38100"/>
                  </a:lnTo>
                  <a:lnTo>
                    <a:pt x="74676" y="190500"/>
                  </a:lnTo>
                  <a:lnTo>
                    <a:pt x="36576" y="190500"/>
                  </a:lnTo>
                  <a:close/>
                </a:path>
              </a:pathLst>
            </a:custGeom>
            <a:gradFill>
              <a:gsLst>
                <a:gs pos="0">
                  <a:srgbClr val="4F00FF"/>
                </a:gs>
                <a:gs pos="5000">
                  <a:srgbClr val="4F00FF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1" name="Google Shape;441;p47"/>
          <p:cNvGrpSpPr/>
          <p:nvPr/>
        </p:nvGrpSpPr>
        <p:grpSpPr>
          <a:xfrm>
            <a:off x="-42435" y="2180263"/>
            <a:ext cx="865125" cy="559301"/>
            <a:chOff x="-13" y="2990261"/>
            <a:chExt cx="1153500" cy="745735"/>
          </a:xfrm>
        </p:grpSpPr>
        <p:sp>
          <p:nvSpPr>
            <p:cNvPr id="442" name="Google Shape;442;p47"/>
            <p:cNvSpPr txBox="1"/>
            <p:nvPr/>
          </p:nvSpPr>
          <p:spPr>
            <a:xfrm>
              <a:off x="-13" y="3446796"/>
              <a:ext cx="1153500" cy="28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lang="pt-BR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Metrics</a:t>
              </a:r>
              <a:endParaRPr sz="600">
                <a:solidFill>
                  <a:schemeClr val="dk1"/>
                </a:solidFill>
              </a:endParaRPr>
            </a:p>
          </p:txBody>
        </p:sp>
        <p:sp>
          <p:nvSpPr>
            <p:cNvPr id="443" name="Google Shape;443;p47"/>
            <p:cNvSpPr/>
            <p:nvPr/>
          </p:nvSpPr>
          <p:spPr>
            <a:xfrm>
              <a:off x="358700" y="2990261"/>
              <a:ext cx="410885" cy="398050"/>
            </a:xfrm>
            <a:custGeom>
              <a:avLst/>
              <a:gdLst/>
              <a:ahLst/>
              <a:cxnLst/>
              <a:rect l="l" t="t" r="r" b="b"/>
              <a:pathLst>
                <a:path w="809625" h="800100" extrusionOk="0">
                  <a:moveTo>
                    <a:pt x="668655" y="640080"/>
                  </a:moveTo>
                  <a:cubicBezTo>
                    <a:pt x="684436" y="640080"/>
                    <a:pt x="697230" y="652873"/>
                    <a:pt x="697230" y="668655"/>
                  </a:cubicBezTo>
                  <a:cubicBezTo>
                    <a:pt x="697230" y="684436"/>
                    <a:pt x="684436" y="697230"/>
                    <a:pt x="668655" y="697230"/>
                  </a:cubicBezTo>
                  <a:cubicBezTo>
                    <a:pt x="652873" y="697230"/>
                    <a:pt x="640080" y="684436"/>
                    <a:pt x="640080" y="668655"/>
                  </a:cubicBezTo>
                  <a:cubicBezTo>
                    <a:pt x="640080" y="652873"/>
                    <a:pt x="652873" y="640080"/>
                    <a:pt x="668655" y="640080"/>
                  </a:cubicBezTo>
                  <a:close/>
                  <a:moveTo>
                    <a:pt x="729615" y="561975"/>
                  </a:moveTo>
                  <a:cubicBezTo>
                    <a:pt x="745397" y="561975"/>
                    <a:pt x="758190" y="574768"/>
                    <a:pt x="758190" y="590550"/>
                  </a:cubicBezTo>
                  <a:cubicBezTo>
                    <a:pt x="758190" y="606332"/>
                    <a:pt x="745397" y="619125"/>
                    <a:pt x="729615" y="619125"/>
                  </a:cubicBezTo>
                  <a:cubicBezTo>
                    <a:pt x="713833" y="619125"/>
                    <a:pt x="701040" y="606332"/>
                    <a:pt x="701040" y="590550"/>
                  </a:cubicBezTo>
                  <a:cubicBezTo>
                    <a:pt x="701040" y="574768"/>
                    <a:pt x="713833" y="561975"/>
                    <a:pt x="729615" y="561975"/>
                  </a:cubicBezTo>
                  <a:close/>
                  <a:moveTo>
                    <a:pt x="767715" y="470535"/>
                  </a:moveTo>
                  <a:cubicBezTo>
                    <a:pt x="783497" y="470535"/>
                    <a:pt x="796290" y="483328"/>
                    <a:pt x="796290" y="499110"/>
                  </a:cubicBezTo>
                  <a:cubicBezTo>
                    <a:pt x="796290" y="514892"/>
                    <a:pt x="783497" y="527685"/>
                    <a:pt x="767715" y="527685"/>
                  </a:cubicBezTo>
                  <a:cubicBezTo>
                    <a:pt x="751933" y="527685"/>
                    <a:pt x="739140" y="514892"/>
                    <a:pt x="739140" y="499110"/>
                  </a:cubicBezTo>
                  <a:cubicBezTo>
                    <a:pt x="739140" y="483328"/>
                    <a:pt x="751933" y="470535"/>
                    <a:pt x="767715" y="470535"/>
                  </a:cubicBezTo>
                  <a:close/>
                  <a:moveTo>
                    <a:pt x="781050" y="371475"/>
                  </a:moveTo>
                  <a:cubicBezTo>
                    <a:pt x="796832" y="371475"/>
                    <a:pt x="809625" y="384268"/>
                    <a:pt x="809625" y="400050"/>
                  </a:cubicBezTo>
                  <a:cubicBezTo>
                    <a:pt x="809625" y="415832"/>
                    <a:pt x="796832" y="428625"/>
                    <a:pt x="781050" y="428625"/>
                  </a:cubicBezTo>
                  <a:cubicBezTo>
                    <a:pt x="765268" y="428625"/>
                    <a:pt x="752475" y="415832"/>
                    <a:pt x="752475" y="400050"/>
                  </a:cubicBezTo>
                  <a:cubicBezTo>
                    <a:pt x="752475" y="384268"/>
                    <a:pt x="765268" y="371475"/>
                    <a:pt x="781050" y="371475"/>
                  </a:cubicBezTo>
                  <a:close/>
                  <a:moveTo>
                    <a:pt x="767715" y="272415"/>
                  </a:moveTo>
                  <a:cubicBezTo>
                    <a:pt x="783497" y="272415"/>
                    <a:pt x="796290" y="285208"/>
                    <a:pt x="796290" y="300990"/>
                  </a:cubicBezTo>
                  <a:cubicBezTo>
                    <a:pt x="796290" y="316772"/>
                    <a:pt x="783497" y="329565"/>
                    <a:pt x="767715" y="329565"/>
                  </a:cubicBezTo>
                  <a:cubicBezTo>
                    <a:pt x="751933" y="329565"/>
                    <a:pt x="739140" y="316772"/>
                    <a:pt x="739140" y="300990"/>
                  </a:cubicBezTo>
                  <a:cubicBezTo>
                    <a:pt x="739140" y="285208"/>
                    <a:pt x="751933" y="272415"/>
                    <a:pt x="767715" y="272415"/>
                  </a:cubicBezTo>
                  <a:close/>
                  <a:moveTo>
                    <a:pt x="381000" y="171450"/>
                  </a:moveTo>
                  <a:lnTo>
                    <a:pt x="419100" y="171450"/>
                  </a:lnTo>
                  <a:lnTo>
                    <a:pt x="419100" y="346710"/>
                  </a:lnTo>
                  <a:cubicBezTo>
                    <a:pt x="441960" y="354330"/>
                    <a:pt x="457200" y="375285"/>
                    <a:pt x="457200" y="400050"/>
                  </a:cubicBezTo>
                  <a:cubicBezTo>
                    <a:pt x="457200" y="409575"/>
                    <a:pt x="455295" y="417195"/>
                    <a:pt x="451485" y="424815"/>
                  </a:cubicBezTo>
                  <a:lnTo>
                    <a:pt x="603885" y="577215"/>
                  </a:lnTo>
                  <a:lnTo>
                    <a:pt x="577215" y="603885"/>
                  </a:lnTo>
                  <a:lnTo>
                    <a:pt x="424815" y="451485"/>
                  </a:lnTo>
                  <a:cubicBezTo>
                    <a:pt x="417195" y="455295"/>
                    <a:pt x="409575" y="457200"/>
                    <a:pt x="400050" y="457200"/>
                  </a:cubicBezTo>
                  <a:cubicBezTo>
                    <a:pt x="367665" y="457200"/>
                    <a:pt x="342900" y="432435"/>
                    <a:pt x="342900" y="400050"/>
                  </a:cubicBezTo>
                  <a:cubicBezTo>
                    <a:pt x="342900" y="375285"/>
                    <a:pt x="358140" y="354330"/>
                    <a:pt x="381000" y="346710"/>
                  </a:cubicBezTo>
                  <a:close/>
                  <a:moveTo>
                    <a:pt x="400050" y="0"/>
                  </a:moveTo>
                  <a:cubicBezTo>
                    <a:pt x="518160" y="0"/>
                    <a:pt x="628650" y="51435"/>
                    <a:pt x="704850" y="140970"/>
                  </a:cubicBezTo>
                  <a:lnTo>
                    <a:pt x="704850" y="38100"/>
                  </a:lnTo>
                  <a:lnTo>
                    <a:pt x="742950" y="38100"/>
                  </a:lnTo>
                  <a:lnTo>
                    <a:pt x="742950" y="209550"/>
                  </a:lnTo>
                  <a:lnTo>
                    <a:pt x="571500" y="209550"/>
                  </a:lnTo>
                  <a:lnTo>
                    <a:pt x="571500" y="171450"/>
                  </a:lnTo>
                  <a:lnTo>
                    <a:pt x="680085" y="171450"/>
                  </a:lnTo>
                  <a:cubicBezTo>
                    <a:pt x="611505" y="87630"/>
                    <a:pt x="508635" y="38100"/>
                    <a:pt x="400050" y="38100"/>
                  </a:cubicBezTo>
                  <a:cubicBezTo>
                    <a:pt x="200025" y="38100"/>
                    <a:pt x="38100" y="200025"/>
                    <a:pt x="38100" y="400050"/>
                  </a:cubicBezTo>
                  <a:cubicBezTo>
                    <a:pt x="38100" y="600075"/>
                    <a:pt x="200025" y="762000"/>
                    <a:pt x="400050" y="762000"/>
                  </a:cubicBezTo>
                  <a:cubicBezTo>
                    <a:pt x="462915" y="762000"/>
                    <a:pt x="525780" y="744855"/>
                    <a:pt x="581025" y="714375"/>
                  </a:cubicBezTo>
                  <a:lnTo>
                    <a:pt x="600075" y="746760"/>
                  </a:lnTo>
                  <a:cubicBezTo>
                    <a:pt x="539115" y="781050"/>
                    <a:pt x="470535" y="800100"/>
                    <a:pt x="400050" y="800100"/>
                  </a:cubicBezTo>
                  <a:cubicBezTo>
                    <a:pt x="179070" y="800100"/>
                    <a:pt x="0" y="621030"/>
                    <a:pt x="0" y="400050"/>
                  </a:cubicBezTo>
                  <a:cubicBezTo>
                    <a:pt x="0" y="179070"/>
                    <a:pt x="179070" y="0"/>
                    <a:pt x="400050" y="0"/>
                  </a:cubicBezTo>
                  <a:close/>
                </a:path>
              </a:pathLst>
            </a:custGeom>
            <a:gradFill>
              <a:gsLst>
                <a:gs pos="0">
                  <a:srgbClr val="4F00FF"/>
                </a:gs>
                <a:gs pos="5000">
                  <a:srgbClr val="4F00FF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44" name="Google Shape;444;p47"/>
          <p:cNvSpPr txBox="1"/>
          <p:nvPr/>
        </p:nvSpPr>
        <p:spPr>
          <a:xfrm>
            <a:off x="895125" y="1122925"/>
            <a:ext cx="25731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[Business Objectives 1 Title]</a:t>
            </a:r>
            <a:endParaRPr sz="1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47"/>
          <p:cNvSpPr txBox="1"/>
          <p:nvPr/>
        </p:nvSpPr>
        <p:spPr>
          <a:xfrm>
            <a:off x="925913" y="1948294"/>
            <a:ext cx="25038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"/>
              <a:buChar char="●"/>
            </a:pPr>
            <a:r>
              <a:rPr lang="pt-BR" sz="700">
                <a:latin typeface="Roboto"/>
                <a:ea typeface="Roboto"/>
                <a:cs typeface="Roboto"/>
                <a:sym typeface="Roboto"/>
              </a:rPr>
              <a:t>[Metrics 1]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2]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3]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4]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5]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6]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</a:endParaRPr>
          </a:p>
        </p:txBody>
      </p:sp>
      <p:sp>
        <p:nvSpPr>
          <p:cNvPr id="446" name="Google Shape;446;p47"/>
          <p:cNvSpPr txBox="1"/>
          <p:nvPr/>
        </p:nvSpPr>
        <p:spPr>
          <a:xfrm>
            <a:off x="925913" y="3230513"/>
            <a:ext cx="25038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222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latin typeface="Roboto"/>
                <a:ea typeface="Roboto"/>
                <a:cs typeface="Roboto"/>
                <a:sym typeface="Roboto"/>
              </a:rPr>
              <a:t>[Activities 1]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2]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3]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4]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5]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pt-BR" sz="700">
                <a:latin typeface="Roboto"/>
                <a:ea typeface="Roboto"/>
                <a:cs typeface="Roboto"/>
                <a:sym typeface="Roboto"/>
              </a:rPr>
            </a:b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342900" lvl="0" indent="0" algn="l" rtl="0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marL="3429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47"/>
          <p:cNvSpPr/>
          <p:nvPr/>
        </p:nvSpPr>
        <p:spPr>
          <a:xfrm>
            <a:off x="877860" y="285750"/>
            <a:ext cx="8037300" cy="55200"/>
          </a:xfrm>
          <a:prstGeom prst="rect">
            <a:avLst/>
          </a:prstGeom>
          <a:gradFill>
            <a:gsLst>
              <a:gs pos="0">
                <a:srgbClr val="4F00FF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8" name="Google Shape;448;p47"/>
          <p:cNvGrpSpPr/>
          <p:nvPr/>
        </p:nvGrpSpPr>
        <p:grpSpPr>
          <a:xfrm>
            <a:off x="79943" y="311419"/>
            <a:ext cx="641025" cy="615344"/>
            <a:chOff x="163157" y="463692"/>
            <a:chExt cx="854700" cy="820458"/>
          </a:xfrm>
        </p:grpSpPr>
        <p:sp>
          <p:nvSpPr>
            <p:cNvPr id="449" name="Google Shape;449;p47"/>
            <p:cNvSpPr txBox="1"/>
            <p:nvPr/>
          </p:nvSpPr>
          <p:spPr>
            <a:xfrm>
              <a:off x="163157" y="914850"/>
              <a:ext cx="854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Vision</a:t>
              </a:r>
              <a:endParaRPr sz="900"/>
            </a:p>
          </p:txBody>
        </p:sp>
        <p:sp>
          <p:nvSpPr>
            <p:cNvPr id="450" name="Google Shape;450;p47"/>
            <p:cNvSpPr/>
            <p:nvPr/>
          </p:nvSpPr>
          <p:spPr>
            <a:xfrm>
              <a:off x="338622" y="463692"/>
              <a:ext cx="503237" cy="517589"/>
            </a:xfrm>
            <a:custGeom>
              <a:avLst/>
              <a:gdLst/>
              <a:ahLst/>
              <a:cxnLst/>
              <a:rect l="l" t="t" r="r" b="b"/>
              <a:pathLst>
                <a:path w="814959" h="838200" extrusionOk="0">
                  <a:moveTo>
                    <a:pt x="388430" y="762000"/>
                  </a:moveTo>
                  <a:lnTo>
                    <a:pt x="426530" y="762000"/>
                  </a:lnTo>
                  <a:lnTo>
                    <a:pt x="426530" y="838200"/>
                  </a:lnTo>
                  <a:lnTo>
                    <a:pt x="388430" y="838200"/>
                  </a:lnTo>
                  <a:close/>
                  <a:moveTo>
                    <a:pt x="142363" y="657357"/>
                  </a:moveTo>
                  <a:lnTo>
                    <a:pt x="169304" y="684297"/>
                  </a:lnTo>
                  <a:lnTo>
                    <a:pt x="112189" y="741412"/>
                  </a:lnTo>
                  <a:lnTo>
                    <a:pt x="85249" y="714471"/>
                  </a:lnTo>
                  <a:close/>
                  <a:moveTo>
                    <a:pt x="672373" y="657242"/>
                  </a:moveTo>
                  <a:lnTo>
                    <a:pt x="729488" y="714356"/>
                  </a:lnTo>
                  <a:lnTo>
                    <a:pt x="702547" y="741297"/>
                  </a:lnTo>
                  <a:lnTo>
                    <a:pt x="645433" y="684182"/>
                  </a:lnTo>
                  <a:close/>
                  <a:moveTo>
                    <a:pt x="407480" y="304800"/>
                  </a:moveTo>
                  <a:cubicBezTo>
                    <a:pt x="344425" y="304800"/>
                    <a:pt x="293180" y="356045"/>
                    <a:pt x="293180" y="419100"/>
                  </a:cubicBezTo>
                  <a:cubicBezTo>
                    <a:pt x="293180" y="482155"/>
                    <a:pt x="344425" y="533400"/>
                    <a:pt x="407480" y="533400"/>
                  </a:cubicBezTo>
                  <a:cubicBezTo>
                    <a:pt x="470535" y="533400"/>
                    <a:pt x="521780" y="482155"/>
                    <a:pt x="521780" y="419100"/>
                  </a:cubicBezTo>
                  <a:cubicBezTo>
                    <a:pt x="521780" y="356045"/>
                    <a:pt x="470535" y="304800"/>
                    <a:pt x="407480" y="304800"/>
                  </a:cubicBezTo>
                  <a:close/>
                  <a:moveTo>
                    <a:pt x="407480" y="266700"/>
                  </a:moveTo>
                  <a:cubicBezTo>
                    <a:pt x="491491" y="266700"/>
                    <a:pt x="559880" y="335090"/>
                    <a:pt x="559880" y="419100"/>
                  </a:cubicBezTo>
                  <a:cubicBezTo>
                    <a:pt x="559880" y="503111"/>
                    <a:pt x="491491" y="571500"/>
                    <a:pt x="407480" y="571500"/>
                  </a:cubicBezTo>
                  <a:cubicBezTo>
                    <a:pt x="323470" y="571500"/>
                    <a:pt x="255080" y="503111"/>
                    <a:pt x="255080" y="419100"/>
                  </a:cubicBezTo>
                  <a:cubicBezTo>
                    <a:pt x="255080" y="335090"/>
                    <a:pt x="323470" y="266700"/>
                    <a:pt x="407480" y="266700"/>
                  </a:cubicBezTo>
                  <a:close/>
                  <a:moveTo>
                    <a:pt x="407480" y="171450"/>
                  </a:moveTo>
                  <a:cubicBezTo>
                    <a:pt x="212027" y="171450"/>
                    <a:pt x="72962" y="373380"/>
                    <a:pt x="43815" y="419291"/>
                  </a:cubicBezTo>
                  <a:cubicBezTo>
                    <a:pt x="71438" y="465392"/>
                    <a:pt x="204026" y="666750"/>
                    <a:pt x="407480" y="666750"/>
                  </a:cubicBezTo>
                  <a:cubicBezTo>
                    <a:pt x="610934" y="666750"/>
                    <a:pt x="743522" y="465392"/>
                    <a:pt x="771144" y="419481"/>
                  </a:cubicBezTo>
                  <a:cubicBezTo>
                    <a:pt x="741998" y="373571"/>
                    <a:pt x="602933" y="171450"/>
                    <a:pt x="407480" y="171450"/>
                  </a:cubicBezTo>
                  <a:close/>
                  <a:moveTo>
                    <a:pt x="407480" y="133350"/>
                  </a:moveTo>
                  <a:cubicBezTo>
                    <a:pt x="649224" y="133350"/>
                    <a:pt x="803339" y="398336"/>
                    <a:pt x="809816" y="409575"/>
                  </a:cubicBezTo>
                  <a:lnTo>
                    <a:pt x="814959" y="418719"/>
                  </a:lnTo>
                  <a:lnTo>
                    <a:pt x="810006" y="428054"/>
                  </a:lnTo>
                  <a:cubicBezTo>
                    <a:pt x="803910" y="439293"/>
                    <a:pt x="658940" y="704850"/>
                    <a:pt x="407480" y="704850"/>
                  </a:cubicBezTo>
                  <a:cubicBezTo>
                    <a:pt x="156020" y="704850"/>
                    <a:pt x="11049" y="439484"/>
                    <a:pt x="4953" y="428054"/>
                  </a:cubicBezTo>
                  <a:lnTo>
                    <a:pt x="0" y="418719"/>
                  </a:lnTo>
                  <a:lnTo>
                    <a:pt x="5144" y="409575"/>
                  </a:lnTo>
                  <a:cubicBezTo>
                    <a:pt x="11621" y="398336"/>
                    <a:pt x="165735" y="133350"/>
                    <a:pt x="407480" y="133350"/>
                  </a:cubicBezTo>
                  <a:close/>
                  <a:moveTo>
                    <a:pt x="702679" y="96922"/>
                  </a:moveTo>
                  <a:lnTo>
                    <a:pt x="729620" y="123863"/>
                  </a:lnTo>
                  <a:lnTo>
                    <a:pt x="672505" y="180978"/>
                  </a:lnTo>
                  <a:lnTo>
                    <a:pt x="645565" y="154037"/>
                  </a:lnTo>
                  <a:close/>
                  <a:moveTo>
                    <a:pt x="112130" y="96846"/>
                  </a:moveTo>
                  <a:lnTo>
                    <a:pt x="169245" y="153961"/>
                  </a:lnTo>
                  <a:lnTo>
                    <a:pt x="142304" y="180902"/>
                  </a:lnTo>
                  <a:lnTo>
                    <a:pt x="85190" y="123787"/>
                  </a:lnTo>
                  <a:close/>
                  <a:moveTo>
                    <a:pt x="388430" y="0"/>
                  </a:moveTo>
                  <a:lnTo>
                    <a:pt x="426530" y="0"/>
                  </a:lnTo>
                  <a:lnTo>
                    <a:pt x="426530" y="76200"/>
                  </a:lnTo>
                  <a:lnTo>
                    <a:pt x="388430" y="76200"/>
                  </a:lnTo>
                  <a:close/>
                </a:path>
              </a:pathLst>
            </a:custGeom>
            <a:gradFill>
              <a:gsLst>
                <a:gs pos="0">
                  <a:srgbClr val="4F00FF"/>
                </a:gs>
                <a:gs pos="100000">
                  <a:srgbClr val="FF0078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Roboto"/>
                <a:buNone/>
              </a:pPr>
              <a:r>
                <a:rPr lang="pt-BR" sz="1400">
                  <a:latin typeface="Roboto"/>
                  <a:ea typeface="Roboto"/>
                  <a:cs typeface="Roboto"/>
                  <a:sym typeface="Roboto"/>
                </a:rPr>
                <a:t>  </a:t>
              </a:r>
              <a:endParaRPr sz="14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1" name="Google Shape;451;p47"/>
          <p:cNvSpPr txBox="1"/>
          <p:nvPr/>
        </p:nvSpPr>
        <p:spPr>
          <a:xfrm>
            <a:off x="930900" y="1434075"/>
            <a:ext cx="25038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6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[Business Objectives 1 Description]</a:t>
            </a:r>
            <a:endParaRPr sz="600"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47"/>
          <p:cNvSpPr txBox="1"/>
          <p:nvPr/>
        </p:nvSpPr>
        <p:spPr>
          <a:xfrm>
            <a:off x="3626425" y="1126775"/>
            <a:ext cx="25923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[Business Objectives 2 Title]</a:t>
            </a:r>
            <a:endParaRPr sz="1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47"/>
          <p:cNvSpPr txBox="1"/>
          <p:nvPr/>
        </p:nvSpPr>
        <p:spPr>
          <a:xfrm>
            <a:off x="3651650" y="1444288"/>
            <a:ext cx="25038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6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[Business Objectives 2 Description]</a:t>
            </a:r>
            <a:endParaRPr sz="6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47"/>
          <p:cNvSpPr txBox="1"/>
          <p:nvPr/>
        </p:nvSpPr>
        <p:spPr>
          <a:xfrm>
            <a:off x="6361600" y="1126775"/>
            <a:ext cx="26118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[Business Objectives 3 Title]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7"/>
          <p:cNvSpPr txBox="1"/>
          <p:nvPr/>
        </p:nvSpPr>
        <p:spPr>
          <a:xfrm>
            <a:off x="6416825" y="1444288"/>
            <a:ext cx="25038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6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[Business Objectives 3 Description]</a:t>
            </a:r>
            <a:endParaRPr sz="6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7"/>
          <p:cNvSpPr txBox="1"/>
          <p:nvPr/>
        </p:nvSpPr>
        <p:spPr>
          <a:xfrm>
            <a:off x="3649313" y="1955619"/>
            <a:ext cx="25038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1]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2]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3]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4]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5]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6]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</a:endParaRPr>
          </a:p>
        </p:txBody>
      </p:sp>
      <p:sp>
        <p:nvSpPr>
          <p:cNvPr id="457" name="Google Shape;457;p47"/>
          <p:cNvSpPr txBox="1"/>
          <p:nvPr/>
        </p:nvSpPr>
        <p:spPr>
          <a:xfrm>
            <a:off x="6411763" y="1955619"/>
            <a:ext cx="25038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1]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2]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3]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4]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5]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095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[Metrics 6</a:t>
            </a:r>
            <a:endParaRPr sz="7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47"/>
          <p:cNvSpPr txBox="1"/>
          <p:nvPr/>
        </p:nvSpPr>
        <p:spPr>
          <a:xfrm>
            <a:off x="3668850" y="3230513"/>
            <a:ext cx="25038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222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1]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2]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3]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4]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5]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47"/>
          <p:cNvSpPr txBox="1"/>
          <p:nvPr/>
        </p:nvSpPr>
        <p:spPr>
          <a:xfrm>
            <a:off x="6411775" y="3220813"/>
            <a:ext cx="25038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222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1]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2]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3]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4]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2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❏"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[Activities 5]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D_generic_2023_v1">
  <a:themeElements>
    <a:clrScheme name="Old DD Palette_1">
      <a:dk1>
        <a:srgbClr val="000000"/>
      </a:dk1>
      <a:lt1>
        <a:srgbClr val="FFFFFF"/>
      </a:lt1>
      <a:dk2>
        <a:srgbClr val="6B27AC"/>
      </a:dk2>
      <a:lt2>
        <a:srgbClr val="969EA5"/>
      </a:lt2>
      <a:accent1>
        <a:srgbClr val="14D071"/>
      </a:accent1>
      <a:accent2>
        <a:srgbClr val="3C95FF"/>
      </a:accent2>
      <a:accent3>
        <a:srgbClr val="FF6D56"/>
      </a:accent3>
      <a:accent4>
        <a:srgbClr val="00C3C3"/>
      </a:accent4>
      <a:accent5>
        <a:srgbClr val="FFAA2E"/>
      </a:accent5>
      <a:accent6>
        <a:srgbClr val="FF0078"/>
      </a:accent6>
      <a:hlink>
        <a:srgbClr val="7700FF"/>
      </a:hlink>
      <a:folHlink>
        <a:srgbClr val="34005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Macintosh PowerPoint</Application>
  <PresentationFormat>On-screen Show (16:9)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Roboto</vt:lpstr>
      <vt:lpstr>Roboto Mono</vt:lpstr>
      <vt:lpstr>Arial</vt:lpstr>
      <vt:lpstr>Open Sans</vt:lpstr>
      <vt:lpstr>Roboto Medium</vt:lpstr>
      <vt:lpstr>Times New Roman</vt:lpstr>
      <vt:lpstr>DD_generic_2023_v1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Marcos Alves</cp:lastModifiedBy>
  <cp:revision>1</cp:revision>
  <dcterms:modified xsi:type="dcterms:W3CDTF">2026-02-25T20:23:57Z</dcterms:modified>
</cp:coreProperties>
</file>